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media/image15.svg" ContentType="image/sv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Lst>
  <p:sldIdLst>
    <p:sldId id="256" r:id="rId20"/>
    <p:sldId id="257" r:id="rId21"/>
    <p:sldId id="258" r:id="rId22"/>
    <p:sldId id="259" r:id="rId23"/>
    <p:sldId id="260" r:id="rId24"/>
    <p:sldId id="262" r:id="rId25"/>
    <p:sldId id="263" r:id="rId26"/>
    <p:sldId id="264" r:id="rId27"/>
    <p:sldId id="266" r:id="rId28"/>
    <p:sldId id="267" r:id="rId29"/>
    <p:sldId id="269" r:id="rId30"/>
    <p:sldId id="270" r:id="rId31"/>
    <p:sldId id="271" r:id="rId32"/>
    <p:sldId id="272" r:id="rId3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21" Type="http://schemas.openxmlformats.org/officeDocument/2006/relationships/slide" Target="slides/slide2.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477040" y="1671480"/>
            <a:ext cx="5111280" cy="1204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Tenorite"/>
            </a:endParaRPr>
          </a:p>
        </p:txBody>
      </p:sp>
      <p:sp>
        <p:nvSpPr>
          <p:cNvPr id="4" name="PlaceHolder 2"/>
          <p:cNvSpPr>
            <a:spLocks noGrp="1"/>
          </p:cNvSpPr>
          <p:nvPr>
            <p:ph type="subTitle"/>
          </p:nvPr>
        </p:nvSpPr>
        <p:spPr>
          <a:xfrm>
            <a:off x="5477040" y="3682440"/>
            <a:ext cx="5111280" cy="15253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rket comparison">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D87145EE-552E-4C38-BEBF-429C135C183B}"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07302363-7FC6-48BD-9562-E02AEC35237F}"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nten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7EE77D3F-361D-42AD-B7C0-FB4A1CAE2AA2}"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meline 2">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36C389BB-C8B2-4F8D-9A8C-30597B80CC5D}"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mart Ar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2D23D5CD-27F4-4477-AFAD-2809B9D88312}"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eam Slide 4 Peopl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lstStyle/>
          <a:p>
            <a:r>
              <a:t>Footer</a:t>
            </a:r>
          </a:p>
        </p:txBody>
      </p:sp>
      <p:sp>
        <p:nvSpPr>
          <p:cNvPr id="3" name="PlaceHolder 2"/>
          <p:cNvSpPr>
            <a:spLocks noGrp="1"/>
          </p:cNvSpPr>
          <p:nvPr>
            <p:ph type="sldNum" idx="18"/>
          </p:nvPr>
        </p:nvSpPr>
        <p:spPr/>
        <p:txBody>
          <a:bodyPr/>
          <a:lstStyle/>
          <a:p>
            <a:fld id="{7DA1D437-A120-4306-BBBB-6BA5D44E5C46}" type="slidenum">
              <a:t>‹#›</a:t>
            </a:fld>
            <a:endParaRPr/>
          </a:p>
        </p:txBody>
      </p:sp>
      <p:sp>
        <p:nvSpPr>
          <p:cNvPr id="4" name="PlaceHolder 3"/>
          <p:cNvSpPr>
            <a:spLocks noGrp="1"/>
          </p:cNvSpPr>
          <p:nvPr>
            <p:ph type="dt" idx="16"/>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eam Slide 8 Peopl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52BB4034-FB81-4E63-BB02-B2777753F6DA}"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3  Conten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lstStyle/>
          <a:p>
            <a:r>
              <a:t>Footer</a:t>
            </a:r>
          </a:p>
        </p:txBody>
      </p:sp>
      <p:sp>
        <p:nvSpPr>
          <p:cNvPr id="3" name="PlaceHolder 2"/>
          <p:cNvSpPr>
            <a:spLocks noGrp="1"/>
          </p:cNvSpPr>
          <p:nvPr>
            <p:ph type="sldNum" idx="24"/>
          </p:nvPr>
        </p:nvSpPr>
        <p:spPr/>
        <p:txBody>
          <a:bodyPr/>
          <a:lstStyle/>
          <a:p>
            <a:fld id="{F7048C80-FD26-4059-9143-2A33473C5770}" type="slidenum">
              <a:t>‹#›</a:t>
            </a:fld>
            <a:endParaRPr/>
          </a:p>
        </p:txBody>
      </p:sp>
      <p:sp>
        <p:nvSpPr>
          <p:cNvPr id="4" name="PlaceHolder 3"/>
          <p:cNvSpPr>
            <a:spLocks noGrp="1"/>
          </p:cNvSpPr>
          <p:nvPr>
            <p:ph type="dt" idx="22"/>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ummary">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F27B1380-3D3F-4AB2-9CEA-A98FF8C0DFEF}"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Closing">
    <p:spTree>
      <p:nvGrpSpPr>
        <p:cNvPr id="1" name=""/>
        <p:cNvGrpSpPr/>
        <p:nvPr/>
      </p:nvGrpSpPr>
      <p:grpSpPr>
        <a:xfrm>
          <a:off x="0" y="0"/>
          <a:ext cx="0" cy="0"/>
          <a:chOff x="0" y="0"/>
          <a:chExt cx="0" cy="0"/>
        </a:xfrm>
      </p:grpSpPr>
      <p:sp>
        <p:nvSpPr>
          <p:cNvPr id="162" name="PlaceHolder 1"/>
          <p:cNvSpPr>
            <a:spLocks noGrp="1"/>
          </p:cNvSpPr>
          <p:nvPr>
            <p:ph type="title"/>
          </p:nvPr>
        </p:nvSpPr>
        <p:spPr>
          <a:xfrm>
            <a:off x="5477040" y="1671480"/>
            <a:ext cx="5111280" cy="1204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Tenorite"/>
            </a:endParaRPr>
          </a:p>
        </p:txBody>
      </p:sp>
      <p:sp>
        <p:nvSpPr>
          <p:cNvPr id="163" name="PlaceHolder 2"/>
          <p:cNvSpPr>
            <a:spLocks noGrp="1"/>
          </p:cNvSpPr>
          <p:nvPr>
            <p:ph type="subTitle"/>
          </p:nvPr>
        </p:nvSpPr>
        <p:spPr>
          <a:xfrm>
            <a:off x="5477040" y="3682440"/>
            <a:ext cx="5111280" cy="15253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9"/>
          </p:nvPr>
        </p:nvSpPr>
        <p:spPr/>
        <p:txBody>
          <a:bodyPr/>
          <a:lstStyle/>
          <a:p>
            <a:r>
              <a:t>Footer</a:t>
            </a:r>
          </a:p>
        </p:txBody>
      </p:sp>
      <p:sp>
        <p:nvSpPr>
          <p:cNvPr id="5" name="PlaceHolder 4"/>
          <p:cNvSpPr>
            <a:spLocks noGrp="1"/>
          </p:cNvSpPr>
          <p:nvPr>
            <p:ph type="sldNum" idx="30"/>
          </p:nvPr>
        </p:nvSpPr>
        <p:spPr/>
        <p:txBody>
          <a:bodyPr/>
          <a:lstStyle/>
          <a:p>
            <a:fld id="{CD3DBEE6-0BC4-4378-A133-415A4550BE10}" type="slidenum">
              <a:t>‹#›</a:t>
            </a:fld>
            <a:endParaRPr/>
          </a:p>
        </p:txBody>
      </p:sp>
      <p:sp>
        <p:nvSpPr>
          <p:cNvPr id="6" name="PlaceHolder 5"/>
          <p:cNvSpPr>
            <a:spLocks noGrp="1"/>
          </p:cNvSpPr>
          <p:nvPr>
            <p:ph type="dt" idx="28"/>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70" name="PlaceHolder 1"/>
          <p:cNvSpPr>
            <a:spLocks noGrp="1"/>
          </p:cNvSpPr>
          <p:nvPr>
            <p:ph type="title"/>
          </p:nvPr>
        </p:nvSpPr>
        <p:spPr>
          <a:xfrm>
            <a:off x="5477040" y="1671480"/>
            <a:ext cx="5111280" cy="1204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Tenorite"/>
            </a:endParaRPr>
          </a:p>
        </p:txBody>
      </p:sp>
      <p:sp>
        <p:nvSpPr>
          <p:cNvPr id="171" name="PlaceHolder 2"/>
          <p:cNvSpPr>
            <a:spLocks noGrp="1"/>
          </p:cNvSpPr>
          <p:nvPr>
            <p:ph/>
          </p:nvPr>
        </p:nvSpPr>
        <p:spPr>
          <a:xfrm>
            <a:off x="5477040" y="3682440"/>
            <a:ext cx="5111280" cy="152532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lumMod val="75000"/>
                  <a:lumOff val="25000"/>
                </a:schemeClr>
              </a:solidFill>
              <a:latin typeface="Tenorite"/>
            </a:endParaRPr>
          </a:p>
        </p:txBody>
      </p:sp>
      <p:sp>
        <p:nvSpPr>
          <p:cNvPr id="4" name="PlaceHolder 3"/>
          <p:cNvSpPr>
            <a:spLocks noGrp="1"/>
          </p:cNvSpPr>
          <p:nvPr>
            <p:ph type="ftr" idx="32"/>
          </p:nvPr>
        </p:nvSpPr>
        <p:spPr/>
        <p:txBody>
          <a:bodyPr/>
          <a:lstStyle/>
          <a:p>
            <a:r>
              <a:t>Footer</a:t>
            </a:r>
          </a:p>
        </p:txBody>
      </p:sp>
      <p:sp>
        <p:nvSpPr>
          <p:cNvPr id="5" name="PlaceHolder 4"/>
          <p:cNvSpPr>
            <a:spLocks noGrp="1"/>
          </p:cNvSpPr>
          <p:nvPr>
            <p:ph type="sldNum" idx="33"/>
          </p:nvPr>
        </p:nvSpPr>
        <p:spPr/>
        <p:txBody>
          <a:bodyPr/>
          <a:lstStyle/>
          <a:p>
            <a:fld id="{7E88BD4F-B998-4032-B5C9-B70FC06B242E}" type="slidenum">
              <a:t>‹#›</a:t>
            </a:fld>
            <a:endParaRPr/>
          </a:p>
        </p:txBody>
      </p:sp>
      <p:sp>
        <p:nvSpPr>
          <p:cNvPr id="6" name="PlaceHolder 5"/>
          <p:cNvSpPr>
            <a:spLocks noGrp="1"/>
          </p:cNvSpPr>
          <p:nvPr>
            <p:ph type="dt" idx="3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meline">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lstStyle/>
          <a:p>
            <a:r>
              <a:t>Footer</a:t>
            </a:r>
          </a:p>
        </p:txBody>
      </p:sp>
      <p:sp>
        <p:nvSpPr>
          <p:cNvPr id="3" name="PlaceHolder 2"/>
          <p:cNvSpPr>
            <a:spLocks noGrp="1"/>
          </p:cNvSpPr>
          <p:nvPr>
            <p:ph type="sldNum" idx="36"/>
          </p:nvPr>
        </p:nvSpPr>
        <p:spPr/>
        <p:txBody>
          <a:bodyPr/>
          <a:lstStyle/>
          <a:p>
            <a:fld id="{A781E600-70B1-43C8-A311-767366D274EB}" type="slidenum">
              <a:t>‹#›</a:t>
            </a:fld>
            <a:endParaRPr/>
          </a:p>
        </p:txBody>
      </p:sp>
      <p:sp>
        <p:nvSpPr>
          <p:cNvPr id="4" name="PlaceHolder 3"/>
          <p:cNvSpPr>
            <a:spLocks noGrp="1"/>
          </p:cNvSpPr>
          <p:nvPr>
            <p:ph type="dt" idx="3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ontent 3 Colum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lstStyle/>
          <a:p>
            <a:r>
              <a:t>Footer</a:t>
            </a:r>
          </a:p>
        </p:txBody>
      </p:sp>
      <p:sp>
        <p:nvSpPr>
          <p:cNvPr id="3" name="PlaceHolder 2"/>
          <p:cNvSpPr>
            <a:spLocks noGrp="1"/>
          </p:cNvSpPr>
          <p:nvPr>
            <p:ph type="sldNum" idx="39"/>
          </p:nvPr>
        </p:nvSpPr>
        <p:spPr/>
        <p:txBody>
          <a:bodyPr/>
          <a:lstStyle/>
          <a:p>
            <a:fld id="{58AF0EAC-990A-41CB-81AC-60D02A2E8331}" type="slidenum">
              <a:t>‹#›</a:t>
            </a:fld>
            <a:endParaRPr/>
          </a:p>
        </p:txBody>
      </p:sp>
      <p:sp>
        <p:nvSpPr>
          <p:cNvPr id="4" name="PlaceHolder 3"/>
          <p:cNvSpPr>
            <a:spLocks noGrp="1"/>
          </p:cNvSpPr>
          <p:nvPr>
            <p:ph type="dt" idx="37"/>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ontent 2 Column">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lstStyle/>
          <a:p>
            <a:r>
              <a:t>Footer</a:t>
            </a:r>
          </a:p>
        </p:txBody>
      </p:sp>
      <p:sp>
        <p:nvSpPr>
          <p:cNvPr id="3" name="PlaceHolder 2"/>
          <p:cNvSpPr>
            <a:spLocks noGrp="1"/>
          </p:cNvSpPr>
          <p:nvPr>
            <p:ph type="sldNum" idx="42"/>
          </p:nvPr>
        </p:nvSpPr>
        <p:spPr/>
        <p:txBody>
          <a:bodyPr/>
          <a:lstStyle/>
          <a:p>
            <a:fld id="{D389060B-00C9-4281-8BB3-7E7699A1F5AF}" type="slidenum">
              <a:t>‹#›</a:t>
            </a:fld>
            <a:endParaRPr/>
          </a:p>
        </p:txBody>
      </p:sp>
      <p:sp>
        <p:nvSpPr>
          <p:cNvPr id="4" name="PlaceHolder 3"/>
          <p:cNvSpPr>
            <a:spLocks noGrp="1"/>
          </p:cNvSpPr>
          <p:nvPr>
            <p:ph type="dt" idx="40"/>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Introduction">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lstStyle/>
          <a:p>
            <a:r>
              <a:t>Footer</a:t>
            </a:r>
          </a:p>
        </p:txBody>
      </p:sp>
      <p:sp>
        <p:nvSpPr>
          <p:cNvPr id="3" name="PlaceHolder 2"/>
          <p:cNvSpPr>
            <a:spLocks noGrp="1"/>
          </p:cNvSpPr>
          <p:nvPr>
            <p:ph type="sldNum" idx="45"/>
          </p:nvPr>
        </p:nvSpPr>
        <p:spPr/>
        <p:txBody>
          <a:bodyPr/>
          <a:lstStyle/>
          <a:p>
            <a:fld id="{E1F29EED-4241-447D-98DB-6E52FF565F08}" type="slidenum">
              <a:t>‹#›</a:t>
            </a:fld>
            <a:endParaRPr/>
          </a:p>
        </p:txBody>
      </p:sp>
      <p:sp>
        <p:nvSpPr>
          <p:cNvPr id="4" name="PlaceHolder 3"/>
          <p:cNvSpPr>
            <a:spLocks noGrp="1"/>
          </p:cNvSpPr>
          <p:nvPr>
            <p:ph type="dt" idx="43"/>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Break">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Quote">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lstStyle/>
          <a:p>
            <a:r>
              <a:t>Footer</a:t>
            </a:r>
          </a:p>
        </p:txBody>
      </p:sp>
      <p:sp>
        <p:nvSpPr>
          <p:cNvPr id="3" name="PlaceHolder 2"/>
          <p:cNvSpPr>
            <a:spLocks noGrp="1"/>
          </p:cNvSpPr>
          <p:nvPr>
            <p:ph type="sldNum" idx="48"/>
          </p:nvPr>
        </p:nvSpPr>
        <p:spPr/>
        <p:txBody>
          <a:bodyPr/>
          <a:lstStyle/>
          <a:p>
            <a:fld id="{61DED91E-67E0-435E-88C0-E6C5D5048C71}" type="slidenum">
              <a:t>‹#›</a:t>
            </a:fld>
            <a:endParaRPr/>
          </a:p>
        </p:txBody>
      </p:sp>
      <p:sp>
        <p:nvSpPr>
          <p:cNvPr id="4" name="PlaceHolder 3"/>
          <p:cNvSpPr>
            <a:spLocks noGrp="1"/>
          </p:cNvSpPr>
          <p:nvPr>
            <p:ph type="dt" idx="4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hree Content">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lstStyle/>
          <a:p>
            <a:r>
              <a:t>Footer</a:t>
            </a:r>
          </a:p>
        </p:txBody>
      </p:sp>
      <p:sp>
        <p:nvSpPr>
          <p:cNvPr id="3" name="PlaceHolder 2"/>
          <p:cNvSpPr>
            <a:spLocks noGrp="1"/>
          </p:cNvSpPr>
          <p:nvPr>
            <p:ph type="sldNum" idx="51"/>
          </p:nvPr>
        </p:nvSpPr>
        <p:spPr/>
        <p:txBody>
          <a:bodyPr/>
          <a:lstStyle/>
          <a:p>
            <a:fld id="{7AECB4B6-36E4-4274-BA00-B5930F291354}" type="slidenum">
              <a:t>‹#›</a:t>
            </a:fld>
            <a:endParaRPr/>
          </a:p>
        </p:txBody>
      </p:sp>
      <p:sp>
        <p:nvSpPr>
          <p:cNvPr id="4" name="PlaceHolder 3"/>
          <p:cNvSpPr>
            <a:spLocks noGrp="1"/>
          </p:cNvSpPr>
          <p:nvPr>
            <p:ph type="dt" idx="49"/>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8.svg"/></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8.sv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415920" y="4434840"/>
            <a:ext cx="4941360" cy="1121760"/>
          </a:xfrm>
          <a:prstGeom prst="rect">
            <a:avLst/>
          </a:prstGeom>
          <a:noFill/>
          <a:ln w="0">
            <a:noFill/>
          </a:ln>
        </p:spPr>
        <p:txBody>
          <a:bodyPr lIns="91440" tIns="45720" rIns="91440" bIns="45720" anchor="b">
            <a:noAutofit/>
          </a:bodyPr>
          <a:lstStyle/>
          <a:p>
            <a:pPr indent="0" defTabSz="914400">
              <a:lnSpc>
                <a:spcPct val="90000"/>
              </a:lnSpc>
              <a:buNone/>
            </a:pPr>
            <a:r>
              <a:rPr lang="en-US" sz="3600" b="0" strike="noStrike" cap="all" spc="148">
                <a:solidFill>
                  <a:schemeClr val="dk1">
                    <a:lumMod val="75000"/>
                    <a:lumOff val="25000"/>
                  </a:schemeClr>
                </a:solidFill>
                <a:latin typeface="Tenorite"/>
              </a:rPr>
              <a:t>CLICK TO EDIT MASTER TITLE STYLE</a:t>
            </a:r>
            <a:endParaRPr lang="en-US" sz="3600" b="0" strike="noStrike" spc="-1">
              <a:solidFill>
                <a:schemeClr val="dk1"/>
              </a:solidFill>
              <a:latin typeface="Tenorite"/>
            </a:endParaRPr>
          </a:p>
        </p:txBody>
      </p:sp>
      <p:pic>
        <p:nvPicPr>
          <p:cNvPr id="4" name="Graphic 7"/>
          <p:cNvPicPr/>
          <p:nvPr/>
        </p:nvPicPr>
        <p:blipFill>
          <a:blip>
            <a:extLst>
              <a:ext uri="{96DAC541-7B7A-43D3-8B79-37D633B846F1}">
                <asvg:svgBlip xmlns:asvg="http://schemas.microsoft.com/office/drawing/2016/SVG/main" r:embed="rId3"/>
              </a:ext>
            </a:extLst>
          </a:blip>
          <a:stretch/>
        </p:blipFill>
        <p:spPr>
          <a:xfrm>
            <a:off x="0" y="0"/>
            <a:ext cx="9487800" cy="5054040"/>
          </a:xfrm>
          <a:prstGeom prst="rect">
            <a:avLst/>
          </a:prstGeom>
          <a:ln w="0">
            <a:noFill/>
          </a:ln>
        </p:spPr>
      </p:pic>
      <p:sp>
        <p:nvSpPr>
          <p:cNvPr id="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lumMod val="75000"/>
                    <a:lumOff val="25000"/>
                  </a:schemeClr>
                </a:solidFill>
                <a:latin typeface="Tenorite"/>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lumMod val="75000"/>
                    <a:lumOff val="25000"/>
                  </a:schemeClr>
                </a:solidFill>
                <a:latin typeface="Tenorite"/>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lumMod val="75000"/>
                    <a:lumOff val="25000"/>
                  </a:schemeClr>
                </a:solidFill>
                <a:latin typeface="Tenorite"/>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lumMod val="75000"/>
                    <a:lumOff val="25000"/>
                  </a:schemeClr>
                </a:solidFill>
                <a:latin typeface="Tenorite"/>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6" name="PlaceHolder 2"/>
          <p:cNvSpPr>
            <a:spLocks noGrp="1"/>
          </p:cNvSpPr>
          <p:nvPr>
            <p:ph type="body"/>
          </p:nvPr>
        </p:nvSpPr>
        <p:spPr>
          <a:xfrm>
            <a:off x="2063880" y="3064680"/>
            <a:ext cx="1240560" cy="82368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4000" b="0" strike="noStrike" cap="all" spc="148">
                <a:solidFill>
                  <a:schemeClr val="dk1">
                    <a:lumMod val="75000"/>
                    <a:lumOff val="25000"/>
                  </a:schemeClr>
                </a:solidFill>
                <a:latin typeface="Tenorite"/>
              </a:rPr>
              <a:t>#</a:t>
            </a:r>
            <a:endParaRPr lang="en-US" sz="4000" b="0" strike="noStrike" spc="-1">
              <a:solidFill>
                <a:schemeClr val="dk1">
                  <a:lumMod val="75000"/>
                  <a:lumOff val="25000"/>
                </a:schemeClr>
              </a:solidFill>
              <a:latin typeface="Tenorite"/>
            </a:endParaRPr>
          </a:p>
        </p:txBody>
      </p:sp>
      <p:sp>
        <p:nvSpPr>
          <p:cNvPr id="7" name="PlaceHolder 3"/>
          <p:cNvSpPr>
            <a:spLocks noGrp="1"/>
          </p:cNvSpPr>
          <p:nvPr>
            <p:ph type="body"/>
          </p:nvPr>
        </p:nvSpPr>
        <p:spPr>
          <a:xfrm>
            <a:off x="5475600" y="3064680"/>
            <a:ext cx="1240560" cy="82368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4000" b="0" strike="noStrike" cap="all" spc="148">
                <a:solidFill>
                  <a:schemeClr val="dk1">
                    <a:lumMod val="75000"/>
                    <a:lumOff val="25000"/>
                  </a:schemeClr>
                </a:solidFill>
                <a:latin typeface="Tenorite"/>
              </a:rPr>
              <a:t>#</a:t>
            </a:r>
            <a:endParaRPr lang="en-US" sz="4000" b="0" strike="noStrike" spc="-1">
              <a:solidFill>
                <a:schemeClr val="dk1">
                  <a:lumMod val="75000"/>
                  <a:lumOff val="25000"/>
                </a:schemeClr>
              </a:solidFill>
              <a:latin typeface="Tenorite"/>
            </a:endParaRPr>
          </a:p>
        </p:txBody>
      </p:sp>
      <p:sp>
        <p:nvSpPr>
          <p:cNvPr id="8" name="PlaceHolder 4"/>
          <p:cNvSpPr>
            <a:spLocks noGrp="1"/>
          </p:cNvSpPr>
          <p:nvPr>
            <p:ph type="body"/>
          </p:nvPr>
        </p:nvSpPr>
        <p:spPr>
          <a:xfrm>
            <a:off x="8887320" y="3064680"/>
            <a:ext cx="1240560" cy="82368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4000" b="0" strike="noStrike" cap="all" spc="148">
                <a:solidFill>
                  <a:schemeClr val="dk1">
                    <a:lumMod val="75000"/>
                    <a:lumOff val="25000"/>
                  </a:schemeClr>
                </a:solidFill>
                <a:latin typeface="Tenorite"/>
              </a:rPr>
              <a:t>#</a:t>
            </a:r>
            <a:endParaRPr lang="en-US" sz="4000" b="0" strike="noStrike" spc="-1">
              <a:solidFill>
                <a:schemeClr val="dk1">
                  <a:lumMod val="75000"/>
                  <a:lumOff val="25000"/>
                </a:schemeClr>
              </a:solidFill>
              <a:latin typeface="Tenorite"/>
            </a:endParaRPr>
          </a:p>
        </p:txBody>
      </p:sp>
      <p:sp>
        <p:nvSpPr>
          <p:cNvPr id="9" name="PlaceHolder 5"/>
          <p:cNvSpPr>
            <a:spLocks noGrp="1"/>
          </p:cNvSpPr>
          <p:nvPr>
            <p:ph type="body"/>
          </p:nvPr>
        </p:nvSpPr>
        <p:spPr>
          <a:xfrm>
            <a:off x="1129680" y="4824360"/>
            <a:ext cx="3123720" cy="462600"/>
          </a:xfrm>
          <a:prstGeom prst="rect">
            <a:avLst/>
          </a:prstGeom>
          <a:noFill/>
          <a:ln w="0">
            <a:noFill/>
          </a:ln>
        </p:spPr>
        <p:txBody>
          <a:bodyPr lIns="91440" tIns="45720" rIns="91440" bIns="45720" anchor="t">
            <a:noAutofit/>
          </a:bodyPr>
          <a:lstStyle/>
          <a:p>
            <a:pPr indent="0" algn="ctr" defTabSz="914400">
              <a:lnSpc>
                <a:spcPct val="100000"/>
              </a:lnSpc>
              <a:spcBef>
                <a:spcPts val="1001"/>
              </a:spcBef>
              <a:buNone/>
              <a:tabLst>
                <a:tab pos="0" algn="l"/>
              </a:tabLst>
            </a:pPr>
            <a:r>
              <a:rPr lang="en-US" sz="2000" b="0" strike="noStrike" cap="all" spc="49">
                <a:solidFill>
                  <a:schemeClr val="dk1">
                    <a:lumMod val="75000"/>
                    <a:lumOff val="25000"/>
                  </a:schemeClr>
                </a:solidFill>
                <a:latin typeface="Tenorite"/>
              </a:rPr>
              <a:t>Click to edit Master text styles</a:t>
            </a:r>
            <a:endParaRPr lang="en-US" sz="2000" b="0" strike="noStrike" spc="-1">
              <a:solidFill>
                <a:schemeClr val="dk1">
                  <a:lumMod val="75000"/>
                  <a:lumOff val="25000"/>
                </a:schemeClr>
              </a:solidFill>
              <a:latin typeface="Tenorite"/>
            </a:endParaRPr>
          </a:p>
        </p:txBody>
      </p:sp>
      <p:sp>
        <p:nvSpPr>
          <p:cNvPr id="10" name="PlaceHolder 6"/>
          <p:cNvSpPr>
            <a:spLocks noGrp="1"/>
          </p:cNvSpPr>
          <p:nvPr>
            <p:ph type="body"/>
          </p:nvPr>
        </p:nvSpPr>
        <p:spPr>
          <a:xfrm>
            <a:off x="4526280" y="4824360"/>
            <a:ext cx="3139200" cy="462600"/>
          </a:xfrm>
          <a:prstGeom prst="rect">
            <a:avLst/>
          </a:prstGeom>
          <a:noFill/>
          <a:ln w="0">
            <a:noFill/>
          </a:ln>
        </p:spPr>
        <p:txBody>
          <a:bodyPr lIns="91440" tIns="45720" rIns="91440" bIns="45720" anchor="t">
            <a:normAutofit fontScale="68456" lnSpcReduction="10000"/>
          </a:bodyPr>
          <a:lstStyle/>
          <a:p>
            <a:pPr indent="0" algn="ctr" defTabSz="914400">
              <a:lnSpc>
                <a:spcPct val="100000"/>
              </a:lnSpc>
              <a:spcBef>
                <a:spcPts val="1001"/>
              </a:spcBef>
              <a:buNone/>
              <a:tabLst>
                <a:tab pos="0" algn="l"/>
              </a:tabLst>
            </a:pPr>
            <a:r>
              <a:rPr lang="en-US" sz="2000" b="0" strike="noStrike" cap="all" spc="49">
                <a:solidFill>
                  <a:schemeClr val="dk1">
                    <a:lumMod val="75000"/>
                    <a:lumOff val="25000"/>
                  </a:schemeClr>
                </a:solidFill>
                <a:latin typeface="Tenorite"/>
              </a:rPr>
              <a:t>Click to edit Master text styles</a:t>
            </a:r>
            <a:endParaRPr lang="en-US" sz="2000" b="0" strike="noStrike" spc="-1">
              <a:solidFill>
                <a:schemeClr val="dk1">
                  <a:lumMod val="75000"/>
                  <a:lumOff val="25000"/>
                </a:schemeClr>
              </a:solidFill>
              <a:latin typeface="Tenorite"/>
            </a:endParaRPr>
          </a:p>
        </p:txBody>
      </p:sp>
      <p:sp>
        <p:nvSpPr>
          <p:cNvPr id="11" name="PlaceHolder 7"/>
          <p:cNvSpPr>
            <a:spLocks noGrp="1"/>
          </p:cNvSpPr>
          <p:nvPr>
            <p:ph type="body"/>
          </p:nvPr>
        </p:nvSpPr>
        <p:spPr>
          <a:xfrm>
            <a:off x="7938360" y="4824360"/>
            <a:ext cx="3123720" cy="462600"/>
          </a:xfrm>
          <a:prstGeom prst="rect">
            <a:avLst/>
          </a:prstGeom>
          <a:noFill/>
          <a:ln w="0">
            <a:noFill/>
          </a:ln>
        </p:spPr>
        <p:txBody>
          <a:bodyPr lIns="91440" tIns="45720" rIns="91440" bIns="45720" anchor="t">
            <a:noAutofit/>
          </a:bodyPr>
          <a:lstStyle/>
          <a:p>
            <a:pPr indent="0" algn="ctr" defTabSz="914400">
              <a:lnSpc>
                <a:spcPct val="100000"/>
              </a:lnSpc>
              <a:spcBef>
                <a:spcPts val="1001"/>
              </a:spcBef>
              <a:buNone/>
              <a:tabLst>
                <a:tab pos="0" algn="l"/>
              </a:tabLst>
            </a:pPr>
            <a:r>
              <a:rPr lang="en-US" sz="2000" b="0" strike="noStrike" cap="all" spc="49">
                <a:solidFill>
                  <a:schemeClr val="dk1">
                    <a:lumMod val="75000"/>
                    <a:lumOff val="25000"/>
                  </a:schemeClr>
                </a:solidFill>
                <a:latin typeface="Tenorite"/>
              </a:rPr>
              <a:t>Click to edit Master text styles</a:t>
            </a:r>
            <a:endParaRPr lang="en-US" sz="2000" b="0" strike="noStrike" spc="-1">
              <a:solidFill>
                <a:schemeClr val="dk1">
                  <a:lumMod val="75000"/>
                  <a:lumOff val="25000"/>
                </a:schemeClr>
              </a:solidFill>
              <a:latin typeface="Tenorite"/>
            </a:endParaRPr>
          </a:p>
        </p:txBody>
      </p:sp>
      <p:pic>
        <p:nvPicPr>
          <p:cNvPr id="12" name="Graphic 10">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3"/>
              </a:ext>
            </a:extLst>
          </a:blip>
          <a:stretch/>
        </p:blipFill>
        <p:spPr>
          <a:xfrm>
            <a:off x="1465200" y="2358000"/>
            <a:ext cx="2437920" cy="2018880"/>
          </a:xfrm>
          <a:prstGeom prst="rect">
            <a:avLst/>
          </a:prstGeom>
          <a:ln w="0">
            <a:noFill/>
          </a:ln>
        </p:spPr>
      </p:pic>
      <p:pic>
        <p:nvPicPr>
          <p:cNvPr id="13" name="Graphic 12">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4"/>
              </a:ext>
            </a:extLst>
          </a:blip>
          <a:stretch/>
        </p:blipFill>
        <p:spPr>
          <a:xfrm>
            <a:off x="5000760" y="2531880"/>
            <a:ext cx="2190240" cy="1942920"/>
          </a:xfrm>
          <a:prstGeom prst="rect">
            <a:avLst/>
          </a:prstGeom>
          <a:ln w="0">
            <a:noFill/>
          </a:ln>
        </p:spPr>
      </p:pic>
      <p:pic>
        <p:nvPicPr>
          <p:cNvPr id="14" name="Graphic 14">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5"/>
              </a:ext>
            </a:extLst>
          </a:blip>
          <a:stretch/>
        </p:blipFill>
        <p:spPr>
          <a:xfrm>
            <a:off x="8345520" y="2421000"/>
            <a:ext cx="2323800" cy="2057040"/>
          </a:xfrm>
          <a:prstGeom prst="rect">
            <a:avLst/>
          </a:prstGeom>
          <a:ln w="0">
            <a:noFill/>
          </a:ln>
        </p:spPr>
      </p:pic>
      <p:sp>
        <p:nvSpPr>
          <p:cNvPr id="15" name="PlaceHolder 8"/>
          <p:cNvSpPr>
            <a:spLocks noGrp="1"/>
          </p:cNvSpPr>
          <p:nvPr>
            <p:ph type="body"/>
          </p:nvPr>
        </p:nvSpPr>
        <p:spPr>
          <a:xfrm>
            <a:off x="1129680" y="5280840"/>
            <a:ext cx="3123720" cy="46260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6" name="PlaceHolder 9"/>
          <p:cNvSpPr>
            <a:spLocks noGrp="1"/>
          </p:cNvSpPr>
          <p:nvPr>
            <p:ph type="body"/>
          </p:nvPr>
        </p:nvSpPr>
        <p:spPr>
          <a:xfrm>
            <a:off x="4526280" y="5280840"/>
            <a:ext cx="3139200" cy="462600"/>
          </a:xfrm>
          <a:prstGeom prst="rect">
            <a:avLst/>
          </a:prstGeom>
          <a:noFill/>
          <a:ln w="0">
            <a:noFill/>
          </a:ln>
        </p:spPr>
        <p:txBody>
          <a:bodyPr lIns="91440" tIns="45720" rIns="91440" bIns="45720" anchor="t">
            <a:normAutofit fontScale="87123" lnSpcReduction="10000"/>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algn="ctr"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p:txBody>
      </p:sp>
      <p:sp>
        <p:nvSpPr>
          <p:cNvPr id="17" name="PlaceHolder 10"/>
          <p:cNvSpPr>
            <a:spLocks noGrp="1"/>
          </p:cNvSpPr>
          <p:nvPr>
            <p:ph type="body"/>
          </p:nvPr>
        </p:nvSpPr>
        <p:spPr>
          <a:xfrm>
            <a:off x="7938360" y="5280840"/>
            <a:ext cx="3123720" cy="46260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8" name="PlaceHolder 11"/>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9" name="PlaceHolder 12"/>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0" name="PlaceHolder 13"/>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902DA935-BDE2-4F82-A7A8-AB891E24273D}"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2933640" y="892080"/>
            <a:ext cx="8421480" cy="1325160"/>
          </a:xfrm>
          <a:prstGeom prst="rect">
            <a:avLst/>
          </a:prstGeom>
          <a:noFill/>
          <a:ln w="0">
            <a:noFill/>
          </a:ln>
        </p:spPr>
        <p:txBody>
          <a:bodyPr lIns="91440" tIns="45720" rIns="91440" bIns="45720" anchor="ctr">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22" name="PlaceHolder 2"/>
          <p:cNvSpPr>
            <a:spLocks noGrp="1"/>
          </p:cNvSpPr>
          <p:nvPr>
            <p:ph type="body"/>
          </p:nvPr>
        </p:nvSpPr>
        <p:spPr>
          <a:xfrm>
            <a:off x="2933640" y="2777040"/>
            <a:ext cx="392400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EDIT MASTER TEXT</a:t>
            </a:r>
            <a:endParaRPr lang="en-US" sz="2000" b="0" strike="noStrike" spc="-1">
              <a:solidFill>
                <a:schemeClr val="dk1">
                  <a:lumMod val="75000"/>
                  <a:lumOff val="25000"/>
                </a:schemeClr>
              </a:solidFill>
              <a:latin typeface="Tenorite"/>
            </a:endParaRPr>
          </a:p>
        </p:txBody>
      </p:sp>
      <p:sp>
        <p:nvSpPr>
          <p:cNvPr id="23" name="PlaceHolder 3"/>
          <p:cNvSpPr>
            <a:spLocks noGrp="1"/>
          </p:cNvSpPr>
          <p:nvPr>
            <p:ph type="body"/>
          </p:nvPr>
        </p:nvSpPr>
        <p:spPr>
          <a:xfrm>
            <a:off x="2933640" y="3834720"/>
            <a:ext cx="3924000" cy="199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a:p>
            <a:pPr marL="9144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Third level</a:t>
            </a:r>
            <a:endParaRPr lang="en-US" sz="1400" b="0" strike="noStrike" spc="-1">
              <a:solidFill>
                <a:schemeClr val="dk1">
                  <a:lumMod val="75000"/>
                  <a:lumOff val="25000"/>
                </a:schemeClr>
              </a:solidFill>
              <a:latin typeface="Tenorite"/>
            </a:endParaRPr>
          </a:p>
          <a:p>
            <a:pPr marL="13716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Fourth level</a:t>
            </a:r>
            <a:endParaRPr lang="en-US" sz="1400" b="0" strike="noStrike" spc="-1">
              <a:solidFill>
                <a:schemeClr val="dk1">
                  <a:lumMod val="75000"/>
                  <a:lumOff val="25000"/>
                </a:schemeClr>
              </a:solidFill>
              <a:latin typeface="Tenorite"/>
            </a:endParaRPr>
          </a:p>
          <a:p>
            <a:pPr marL="18288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Fifth level</a:t>
            </a:r>
            <a:endParaRPr lang="en-US" sz="1400" b="0" strike="noStrike" spc="-1">
              <a:solidFill>
                <a:schemeClr val="dk1">
                  <a:lumMod val="75000"/>
                  <a:lumOff val="25000"/>
                </a:schemeClr>
              </a:solidFill>
              <a:latin typeface="Tenorite"/>
            </a:endParaRPr>
          </a:p>
        </p:txBody>
      </p:sp>
      <p:sp>
        <p:nvSpPr>
          <p:cNvPr id="24" name="PlaceHolder 4"/>
          <p:cNvSpPr>
            <a:spLocks noGrp="1"/>
          </p:cNvSpPr>
          <p:nvPr>
            <p:ph type="body"/>
          </p:nvPr>
        </p:nvSpPr>
        <p:spPr>
          <a:xfrm>
            <a:off x="7410240" y="2777040"/>
            <a:ext cx="394344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EDIT MASTER TEXT</a:t>
            </a:r>
            <a:endParaRPr lang="en-US" sz="2000" b="0" strike="noStrike" spc="-1">
              <a:solidFill>
                <a:schemeClr val="dk1">
                  <a:lumMod val="75000"/>
                  <a:lumOff val="25000"/>
                </a:schemeClr>
              </a:solidFill>
              <a:latin typeface="Tenorite"/>
            </a:endParaRPr>
          </a:p>
        </p:txBody>
      </p:sp>
      <p:sp>
        <p:nvSpPr>
          <p:cNvPr id="25" name="PlaceHolder 5"/>
          <p:cNvSpPr>
            <a:spLocks noGrp="1"/>
          </p:cNvSpPr>
          <p:nvPr>
            <p:ph type="body"/>
          </p:nvPr>
        </p:nvSpPr>
        <p:spPr>
          <a:xfrm>
            <a:off x="7410240" y="3834720"/>
            <a:ext cx="3943440" cy="199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a:p>
            <a:pPr marL="9144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Third level</a:t>
            </a:r>
            <a:endParaRPr lang="en-US" sz="1400" b="0" strike="noStrike" spc="-1">
              <a:solidFill>
                <a:schemeClr val="dk1">
                  <a:lumMod val="75000"/>
                  <a:lumOff val="25000"/>
                </a:schemeClr>
              </a:solidFill>
              <a:latin typeface="Tenorite"/>
            </a:endParaRPr>
          </a:p>
          <a:p>
            <a:pPr marL="13716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Fourth level</a:t>
            </a:r>
            <a:endParaRPr lang="en-US" sz="1400" b="0" strike="noStrike" spc="-1">
              <a:solidFill>
                <a:schemeClr val="dk1">
                  <a:lumMod val="75000"/>
                  <a:lumOff val="25000"/>
                </a:schemeClr>
              </a:solidFill>
              <a:latin typeface="Tenorite"/>
            </a:endParaRPr>
          </a:p>
          <a:p>
            <a:pPr marL="18288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Fifth level</a:t>
            </a:r>
            <a:endParaRPr lang="en-US" sz="1400" b="0" strike="noStrike" spc="-1">
              <a:solidFill>
                <a:schemeClr val="dk1">
                  <a:lumMod val="75000"/>
                  <a:lumOff val="25000"/>
                </a:schemeClr>
              </a:solidFill>
              <a:latin typeface="Tenorite"/>
            </a:endParaRPr>
          </a:p>
        </p:txBody>
      </p:sp>
      <p:sp>
        <p:nvSpPr>
          <p:cNvPr id="26" name="PlaceHolder 6"/>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27" name="PlaceHolder 7"/>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8" name="PlaceHolder 8"/>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2AEAA63E-6D65-4A16-A60D-E08FC1BA3592}"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pic>
        <p:nvPicPr>
          <p:cNvPr id="29" name="Graphic 10"/>
          <p:cNvPicPr/>
          <p:nvPr/>
        </p:nvPicPr>
        <p:blipFill>
          <a:blip>
            <a:extLst>
              <a:ext uri="{96DAC541-7B7A-43D3-8B79-37D633B846F1}">
                <asvg:svgBlip xmlns:asvg="http://schemas.microsoft.com/office/drawing/2016/SVG/main" r:embed="rId3"/>
              </a:ext>
            </a:extLst>
          </a:blip>
          <a:stretch/>
        </p:blipFill>
        <p:spPr>
          <a:xfrm>
            <a:off x="25920" y="0"/>
            <a:ext cx="4367520" cy="39121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Graphic 13">
            <a:extLst>
              <a:ext uri="{C183D7F6-B498-43B3-948B-1728B52AA6E4}">
                <adec:decorative xmlns:adec="http://schemas.microsoft.com/office/drawing/2017/decorative" val="1"/>
              </a:ext>
            </a:extLst>
          </p:cNvPr>
          <p:cNvSpPr/>
          <p:nvPr/>
        </p:nvSpPr>
        <p:spPr>
          <a:xfrm flipH="1">
            <a:off x="-720" y="0"/>
            <a:ext cx="5441400" cy="6857640"/>
          </a:xfrm>
          <a:custGeom>
            <a:avLst/>
            <a:gdLst>
              <a:gd name="textAreaLeft" fmla="*/ -360 w 5441400"/>
              <a:gd name="textAreaRight" fmla="*/ 5441400 w 5441400"/>
              <a:gd name="textAreaTop" fmla="*/ 0 h 6857640"/>
              <a:gd name="textAreaBottom" fmla="*/ 6858000 h 6857640"/>
            </a:gdLst>
            <a:ahLst/>
            <a:cxnLst/>
            <a:rect l="textAreaLeft" t="textAreaTop" r="textAreaRight" b="textAreaBottom"/>
            <a:pathLst>
              <a:path w="5441888" h="6858000">
                <a:moveTo>
                  <a:pt x="5441888" y="0"/>
                </a:moveTo>
                <a:lnTo>
                  <a:pt x="0" y="0"/>
                </a:lnTo>
                <a:lnTo>
                  <a:pt x="0" y="6858000"/>
                </a:lnTo>
                <a:lnTo>
                  <a:pt x="5441888" y="685800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 name="PlaceHolder 1"/>
          <p:cNvSpPr>
            <a:spLocks noGrp="1"/>
          </p:cNvSpPr>
          <p:nvPr>
            <p:ph type="title"/>
          </p:nvPr>
        </p:nvSpPr>
        <p:spPr>
          <a:xfrm>
            <a:off x="5920200" y="1152720"/>
            <a:ext cx="5431680" cy="846000"/>
          </a:xfrm>
          <a:prstGeom prst="rect">
            <a:avLst/>
          </a:prstGeom>
          <a:noFill/>
          <a:ln w="0">
            <a:noFill/>
          </a:ln>
        </p:spPr>
        <p:txBody>
          <a:bodyPr lIns="91440" tIns="45720" rIns="91440" bIns="45720" anchor="t">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32" name="PlaceHolder 2"/>
          <p:cNvSpPr>
            <a:spLocks noGrp="1"/>
          </p:cNvSpPr>
          <p:nvPr>
            <p:ph type="body"/>
          </p:nvPr>
        </p:nvSpPr>
        <p:spPr>
          <a:xfrm>
            <a:off x="5922360" y="24696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33" name="PlaceHolder 3"/>
          <p:cNvSpPr>
            <a:spLocks noGrp="1"/>
          </p:cNvSpPr>
          <p:nvPr>
            <p:ph type="body"/>
          </p:nvPr>
        </p:nvSpPr>
        <p:spPr>
          <a:xfrm>
            <a:off x="5922000" y="27990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34" name="PlaceHolder 4"/>
          <p:cNvSpPr>
            <a:spLocks noGrp="1"/>
          </p:cNvSpPr>
          <p:nvPr>
            <p:ph type="body"/>
          </p:nvPr>
        </p:nvSpPr>
        <p:spPr>
          <a:xfrm>
            <a:off x="5922360" y="35694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35" name="PlaceHolder 5"/>
          <p:cNvSpPr>
            <a:spLocks noGrp="1"/>
          </p:cNvSpPr>
          <p:nvPr>
            <p:ph type="body"/>
          </p:nvPr>
        </p:nvSpPr>
        <p:spPr>
          <a:xfrm>
            <a:off x="5922000" y="38988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36" name="PlaceHolder 6"/>
          <p:cNvSpPr>
            <a:spLocks noGrp="1"/>
          </p:cNvSpPr>
          <p:nvPr>
            <p:ph type="body"/>
          </p:nvPr>
        </p:nvSpPr>
        <p:spPr>
          <a:xfrm>
            <a:off x="5922360" y="46692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37" name="PlaceHolder 7"/>
          <p:cNvSpPr>
            <a:spLocks noGrp="1"/>
          </p:cNvSpPr>
          <p:nvPr>
            <p:ph type="body"/>
          </p:nvPr>
        </p:nvSpPr>
        <p:spPr>
          <a:xfrm>
            <a:off x="5922000" y="49986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38" name="PlaceHolder 8"/>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39" name="PlaceHolder 9"/>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40" name="PlaceHolder 10"/>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F30E1E4E-81C3-4103-B990-BBDF21508245}"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3"/>
          <p:cNvSpPr/>
          <p:nvPr/>
        </p:nvSpPr>
        <p:spPr>
          <a:xfrm>
            <a:off x="0" y="3057840"/>
            <a:ext cx="12191760" cy="2009880"/>
          </a:xfrm>
          <a:prstGeom prst="rect">
            <a:avLst/>
          </a:prstGeom>
          <a:solidFill>
            <a:srgbClr val="FBF4EF"/>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dk1">
                  <a:lumMod val="75000"/>
                  <a:lumOff val="25000"/>
                </a:schemeClr>
              </a:solidFill>
              <a:latin typeface="Tenorite"/>
            </a:endParaRPr>
          </a:p>
        </p:txBody>
      </p:sp>
      <p:sp>
        <p:nvSpPr>
          <p:cNvPr id="4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43" name="PlaceHolder 2"/>
          <p:cNvSpPr>
            <a:spLocks noGrp="1"/>
          </p:cNvSpPr>
          <p:nvPr>
            <p:ph type="body"/>
          </p:nvPr>
        </p:nvSpPr>
        <p:spPr>
          <a:xfrm>
            <a:off x="914400" y="3354840"/>
            <a:ext cx="731160" cy="45684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n-US" sz="1400" b="1" strike="noStrike" spc="-1">
                <a:solidFill>
                  <a:schemeClr val="dk1">
                    <a:lumMod val="75000"/>
                    <a:lumOff val="25000"/>
                  </a:schemeClr>
                </a:solidFill>
                <a:latin typeface="Tenorite"/>
              </a:rPr>
              <a:t>Year</a:t>
            </a:r>
            <a:endParaRPr lang="en-US" sz="1400" b="0" strike="noStrike" spc="-1">
              <a:solidFill>
                <a:schemeClr val="dk1">
                  <a:lumMod val="75000"/>
                  <a:lumOff val="25000"/>
                </a:schemeClr>
              </a:solidFill>
              <a:latin typeface="Tenorite"/>
            </a:endParaRPr>
          </a:p>
        </p:txBody>
      </p:sp>
      <p:sp>
        <p:nvSpPr>
          <p:cNvPr id="44" name="PlaceHolder 3"/>
          <p:cNvSpPr>
            <a:spLocks noGrp="1"/>
          </p:cNvSpPr>
          <p:nvPr>
            <p:ph type="body"/>
          </p:nvPr>
        </p:nvSpPr>
        <p:spPr>
          <a:xfrm>
            <a:off x="196596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45" name="PlaceHolder 4"/>
          <p:cNvSpPr>
            <a:spLocks noGrp="1"/>
          </p:cNvSpPr>
          <p:nvPr>
            <p:ph type="body"/>
          </p:nvPr>
        </p:nvSpPr>
        <p:spPr>
          <a:xfrm>
            <a:off x="275400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46" name="PlaceHolder 5"/>
          <p:cNvSpPr>
            <a:spLocks noGrp="1"/>
          </p:cNvSpPr>
          <p:nvPr>
            <p:ph type="body"/>
          </p:nvPr>
        </p:nvSpPr>
        <p:spPr>
          <a:xfrm>
            <a:off x="354168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47" name="PlaceHolder 6"/>
          <p:cNvSpPr>
            <a:spLocks noGrp="1"/>
          </p:cNvSpPr>
          <p:nvPr>
            <p:ph type="body"/>
          </p:nvPr>
        </p:nvSpPr>
        <p:spPr>
          <a:xfrm>
            <a:off x="432972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48" name="PlaceHolder 7"/>
          <p:cNvSpPr>
            <a:spLocks noGrp="1"/>
          </p:cNvSpPr>
          <p:nvPr>
            <p:ph type="body"/>
          </p:nvPr>
        </p:nvSpPr>
        <p:spPr>
          <a:xfrm>
            <a:off x="914400" y="4292640"/>
            <a:ext cx="731160" cy="456840"/>
          </a:xfrm>
          <a:prstGeom prst="rect">
            <a:avLst/>
          </a:prstGeom>
          <a:noFill/>
          <a:ln w="0">
            <a:noFill/>
          </a:ln>
        </p:spPr>
        <p:txBody>
          <a:bodyPr lIns="91440" tIns="45720" rIns="91440" bIns="45720" anchor="ctr">
            <a:noAutofit/>
          </a:bodyPr>
          <a:lstStyle/>
          <a:p>
            <a:pPr indent="0" defTabSz="914400">
              <a:lnSpc>
                <a:spcPct val="90000"/>
              </a:lnSpc>
              <a:spcBef>
                <a:spcPts val="1001"/>
              </a:spcBef>
              <a:buNone/>
              <a:tabLst>
                <a:tab pos="0" algn="l"/>
              </a:tabLst>
            </a:pPr>
            <a:r>
              <a:rPr lang="en-US" sz="1400" b="1" strike="noStrike" spc="-1">
                <a:solidFill>
                  <a:schemeClr val="dk1">
                    <a:lumMod val="75000"/>
                    <a:lumOff val="25000"/>
                  </a:schemeClr>
                </a:solidFill>
                <a:latin typeface="Tenorite"/>
              </a:rPr>
              <a:t>Year</a:t>
            </a:r>
            <a:endParaRPr lang="en-US" sz="1400" b="0" strike="noStrike" spc="-1">
              <a:solidFill>
                <a:schemeClr val="dk1">
                  <a:lumMod val="75000"/>
                  <a:lumOff val="25000"/>
                </a:schemeClr>
              </a:solidFill>
              <a:latin typeface="Tenorite"/>
            </a:endParaRPr>
          </a:p>
        </p:txBody>
      </p:sp>
      <p:sp>
        <p:nvSpPr>
          <p:cNvPr id="49" name="PlaceHolder 8"/>
          <p:cNvSpPr>
            <a:spLocks noGrp="1"/>
          </p:cNvSpPr>
          <p:nvPr>
            <p:ph type="body"/>
          </p:nvPr>
        </p:nvSpPr>
        <p:spPr>
          <a:xfrm>
            <a:off x="511776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0" name="PlaceHolder 9"/>
          <p:cNvSpPr>
            <a:spLocks noGrp="1"/>
          </p:cNvSpPr>
          <p:nvPr>
            <p:ph type="body"/>
          </p:nvPr>
        </p:nvSpPr>
        <p:spPr>
          <a:xfrm>
            <a:off x="590544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1" name="PlaceHolder 10"/>
          <p:cNvSpPr>
            <a:spLocks noGrp="1"/>
          </p:cNvSpPr>
          <p:nvPr>
            <p:ph type="body"/>
          </p:nvPr>
        </p:nvSpPr>
        <p:spPr>
          <a:xfrm>
            <a:off x="669348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2" name="PlaceHolder 11"/>
          <p:cNvSpPr>
            <a:spLocks noGrp="1"/>
          </p:cNvSpPr>
          <p:nvPr>
            <p:ph type="body"/>
          </p:nvPr>
        </p:nvSpPr>
        <p:spPr>
          <a:xfrm>
            <a:off x="905724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3" name="PlaceHolder 12"/>
          <p:cNvSpPr>
            <a:spLocks noGrp="1"/>
          </p:cNvSpPr>
          <p:nvPr>
            <p:ph type="body"/>
          </p:nvPr>
        </p:nvSpPr>
        <p:spPr>
          <a:xfrm>
            <a:off x="748152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4" name="PlaceHolder 13"/>
          <p:cNvSpPr>
            <a:spLocks noGrp="1"/>
          </p:cNvSpPr>
          <p:nvPr>
            <p:ph type="body"/>
          </p:nvPr>
        </p:nvSpPr>
        <p:spPr>
          <a:xfrm>
            <a:off x="826920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5" name="PlaceHolder 14"/>
          <p:cNvSpPr>
            <a:spLocks noGrp="1"/>
          </p:cNvSpPr>
          <p:nvPr>
            <p:ph type="body"/>
          </p:nvPr>
        </p:nvSpPr>
        <p:spPr>
          <a:xfrm>
            <a:off x="984528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6" name="PlaceHolder 15"/>
          <p:cNvSpPr>
            <a:spLocks noGrp="1"/>
          </p:cNvSpPr>
          <p:nvPr>
            <p:ph type="body"/>
          </p:nvPr>
        </p:nvSpPr>
        <p:spPr>
          <a:xfrm>
            <a:off x="10632960" y="350208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7" name="PlaceHolder 16"/>
          <p:cNvSpPr>
            <a:spLocks noGrp="1"/>
          </p:cNvSpPr>
          <p:nvPr>
            <p:ph type="body"/>
          </p:nvPr>
        </p:nvSpPr>
        <p:spPr>
          <a:xfrm>
            <a:off x="196992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8" name="PlaceHolder 17"/>
          <p:cNvSpPr>
            <a:spLocks noGrp="1"/>
          </p:cNvSpPr>
          <p:nvPr>
            <p:ph type="body"/>
          </p:nvPr>
        </p:nvSpPr>
        <p:spPr>
          <a:xfrm>
            <a:off x="275760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59" name="PlaceHolder 18"/>
          <p:cNvSpPr>
            <a:spLocks noGrp="1"/>
          </p:cNvSpPr>
          <p:nvPr>
            <p:ph type="body"/>
          </p:nvPr>
        </p:nvSpPr>
        <p:spPr>
          <a:xfrm>
            <a:off x="354528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0" name="PlaceHolder 19"/>
          <p:cNvSpPr>
            <a:spLocks noGrp="1"/>
          </p:cNvSpPr>
          <p:nvPr>
            <p:ph type="body"/>
          </p:nvPr>
        </p:nvSpPr>
        <p:spPr>
          <a:xfrm>
            <a:off x="433296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1" name="PlaceHolder 20"/>
          <p:cNvSpPr>
            <a:spLocks noGrp="1"/>
          </p:cNvSpPr>
          <p:nvPr>
            <p:ph type="body"/>
          </p:nvPr>
        </p:nvSpPr>
        <p:spPr>
          <a:xfrm>
            <a:off x="512064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2" name="PlaceHolder 21"/>
          <p:cNvSpPr>
            <a:spLocks noGrp="1"/>
          </p:cNvSpPr>
          <p:nvPr>
            <p:ph type="body"/>
          </p:nvPr>
        </p:nvSpPr>
        <p:spPr>
          <a:xfrm>
            <a:off x="590832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3" name="PlaceHolder 22"/>
          <p:cNvSpPr>
            <a:spLocks noGrp="1"/>
          </p:cNvSpPr>
          <p:nvPr>
            <p:ph type="body"/>
          </p:nvPr>
        </p:nvSpPr>
        <p:spPr>
          <a:xfrm>
            <a:off x="669600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4" name="PlaceHolder 23"/>
          <p:cNvSpPr>
            <a:spLocks noGrp="1"/>
          </p:cNvSpPr>
          <p:nvPr>
            <p:ph type="body"/>
          </p:nvPr>
        </p:nvSpPr>
        <p:spPr>
          <a:xfrm>
            <a:off x="905904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5" name="PlaceHolder 24"/>
          <p:cNvSpPr>
            <a:spLocks noGrp="1"/>
          </p:cNvSpPr>
          <p:nvPr>
            <p:ph type="body"/>
          </p:nvPr>
        </p:nvSpPr>
        <p:spPr>
          <a:xfrm>
            <a:off x="748368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6" name="PlaceHolder 25"/>
          <p:cNvSpPr>
            <a:spLocks noGrp="1"/>
          </p:cNvSpPr>
          <p:nvPr>
            <p:ph type="body"/>
          </p:nvPr>
        </p:nvSpPr>
        <p:spPr>
          <a:xfrm>
            <a:off x="827136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7" name="PlaceHolder 26"/>
          <p:cNvSpPr>
            <a:spLocks noGrp="1"/>
          </p:cNvSpPr>
          <p:nvPr>
            <p:ph type="body"/>
          </p:nvPr>
        </p:nvSpPr>
        <p:spPr>
          <a:xfrm>
            <a:off x="984672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8" name="PlaceHolder 27"/>
          <p:cNvSpPr>
            <a:spLocks noGrp="1"/>
          </p:cNvSpPr>
          <p:nvPr>
            <p:ph type="body"/>
          </p:nvPr>
        </p:nvSpPr>
        <p:spPr>
          <a:xfrm>
            <a:off x="10634400" y="4425840"/>
            <a:ext cx="639720" cy="201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MM</a:t>
            </a:r>
          </a:p>
        </p:txBody>
      </p:sp>
      <p:sp>
        <p:nvSpPr>
          <p:cNvPr id="69" name="Rectangle 31"/>
          <p:cNvSpPr/>
          <p:nvPr/>
        </p:nvSpPr>
        <p:spPr>
          <a:xfrm>
            <a:off x="929520" y="4034880"/>
            <a:ext cx="10332360" cy="453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720" rIns="90000" bIns="720" anchor="ctr">
            <a:noAutofit/>
          </a:bodyPr>
          <a:lstStyle/>
          <a:p>
            <a:pPr algn="ctr" defTabSz="914400">
              <a:lnSpc>
                <a:spcPct val="100000"/>
              </a:lnSpc>
            </a:pPr>
            <a:endParaRPr lang="en-US" sz="1800" b="0" strike="noStrike" spc="-1">
              <a:solidFill>
                <a:schemeClr val="dk1">
                  <a:lumMod val="75000"/>
                  <a:lumOff val="25000"/>
                </a:schemeClr>
              </a:solidFill>
              <a:latin typeface="Tenorite"/>
            </a:endParaRPr>
          </a:p>
        </p:txBody>
      </p:sp>
      <p:sp>
        <p:nvSpPr>
          <p:cNvPr id="70" name="PlaceHolder 28"/>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71" name="PlaceHolder 29"/>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72" name="PlaceHolder 30"/>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C8C524C4-4E27-40EC-858D-629EC74474A6}"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74" name="PlaceHolder 2"/>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75" name="PlaceHolder 3"/>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cxnSp>
        <p:nvCxnSpPr>
          <p:cNvPr id="76" name="Straight Connector 9"/>
          <p:cNvCxnSpPr/>
          <p:nvPr/>
        </p:nvCxnSpPr>
        <p:spPr>
          <a:xfrm flipV="1">
            <a:off x="0" y="0"/>
            <a:ext cx="2590920" cy="762120"/>
          </a:xfrm>
          <a:prstGeom prst="straightConnector1">
            <a:avLst/>
          </a:prstGeom>
          <a:ln>
            <a:solidFill>
              <a:srgbClr val="FBF4EF">
                <a:lumMod val="75000"/>
              </a:srgbClr>
            </a:solidFill>
          </a:ln>
        </p:spPr>
      </p:cxnSp>
      <p:cxnSp>
        <p:nvCxnSpPr>
          <p:cNvPr id="77" name="Straight Connector 11"/>
          <p:cNvCxnSpPr/>
          <p:nvPr/>
        </p:nvCxnSpPr>
        <p:spPr>
          <a:xfrm flipH="1">
            <a:off x="0" y="0"/>
            <a:ext cx="704880" cy="1028160"/>
          </a:xfrm>
          <a:prstGeom prst="straightConnector1">
            <a:avLst/>
          </a:prstGeom>
          <a:ln>
            <a:solidFill>
              <a:srgbClr val="FBF4EF">
                <a:lumMod val="75000"/>
              </a:srgbClr>
            </a:solidFill>
          </a:ln>
        </p:spPr>
      </p:cxnSp>
      <p:sp>
        <p:nvSpPr>
          <p:cNvPr id="78" name="PlaceHolder 4"/>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BF7F643E-F11F-4920-8486-1489C14ACDB2}"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
        <p:nvSpPr>
          <p:cNvPr id="79" name="PlaceHolder 5"/>
          <p:cNvSpPr>
            <a:spLocks noGrp="1"/>
          </p:cNvSpPr>
          <p:nvPr>
            <p:ph type="body"/>
          </p:nvPr>
        </p:nvSpPr>
        <p:spPr>
          <a:xfrm>
            <a:off x="838080" y="2136600"/>
            <a:ext cx="10515240" cy="36968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404040"/>
              </a:buClr>
              <a:buFont typeface="Arial"/>
              <a:buChar char="•"/>
            </a:pPr>
            <a:r>
              <a:rPr lang="en-US" sz="2800" b="0" strike="noStrike" spc="-1">
                <a:solidFill>
                  <a:schemeClr val="dk1">
                    <a:lumMod val="75000"/>
                    <a:lumOff val="25000"/>
                  </a:schemeClr>
                </a:solidFill>
                <a:latin typeface="Tenorite"/>
              </a:rPr>
              <a:t>Click to edit Master text styles</a:t>
            </a:r>
          </a:p>
          <a:p>
            <a:pPr marL="685800" lvl="1" indent="-228600" defTabSz="914400">
              <a:lnSpc>
                <a:spcPct val="90000"/>
              </a:lnSpc>
              <a:spcBef>
                <a:spcPts val="499"/>
              </a:spcBef>
              <a:buClr>
                <a:srgbClr val="404040"/>
              </a:buClr>
              <a:buFont typeface="Arial"/>
              <a:buChar char="•"/>
            </a:pPr>
            <a:r>
              <a:rPr lang="en-US" sz="2400" b="0" strike="noStrike" spc="-1">
                <a:solidFill>
                  <a:schemeClr val="dk1">
                    <a:lumMod val="75000"/>
                    <a:lumOff val="25000"/>
                  </a:schemeClr>
                </a:solidFill>
                <a:latin typeface="Tenorite"/>
              </a:rPr>
              <a:t>Second level</a:t>
            </a:r>
          </a:p>
          <a:p>
            <a:pPr marL="1143000" lvl="2" indent="-228600" defTabSz="914400">
              <a:lnSpc>
                <a:spcPct val="90000"/>
              </a:lnSpc>
              <a:spcBef>
                <a:spcPts val="499"/>
              </a:spcBef>
              <a:buClr>
                <a:srgbClr val="404040"/>
              </a:buClr>
              <a:buFont typeface="Arial"/>
              <a:buChar char="•"/>
            </a:pPr>
            <a:r>
              <a:rPr lang="en-US" sz="2000" b="0" strike="noStrike" spc="-1">
                <a:solidFill>
                  <a:schemeClr val="dk1">
                    <a:lumMod val="75000"/>
                    <a:lumOff val="25000"/>
                  </a:schemeClr>
                </a:solidFill>
                <a:latin typeface="Tenorite"/>
              </a:rPr>
              <a:t>Third level</a:t>
            </a:r>
          </a:p>
          <a:p>
            <a:pPr marL="1600200" lvl="3" indent="-228600" defTabSz="914400">
              <a:lnSpc>
                <a:spcPct val="90000"/>
              </a:lnSpc>
              <a:spcBef>
                <a:spcPts val="499"/>
              </a:spcBef>
              <a:buClr>
                <a:srgbClr val="404040"/>
              </a:buClr>
              <a:buFont typeface="Arial"/>
              <a:buChar char="•"/>
            </a:pPr>
            <a:r>
              <a:rPr lang="en-US" sz="1800" b="0" strike="noStrike" spc="-1">
                <a:solidFill>
                  <a:schemeClr val="dk1">
                    <a:lumMod val="75000"/>
                    <a:lumOff val="25000"/>
                  </a:schemeClr>
                </a:solidFill>
                <a:latin typeface="Tenorite"/>
              </a:rPr>
              <a:t>Fourth level</a:t>
            </a:r>
          </a:p>
          <a:p>
            <a:pPr marL="2057400" lvl="4" indent="-228600" defTabSz="914400">
              <a:lnSpc>
                <a:spcPct val="90000"/>
              </a:lnSpc>
              <a:spcBef>
                <a:spcPts val="499"/>
              </a:spcBef>
              <a:buClr>
                <a:srgbClr val="404040"/>
              </a:buClr>
              <a:buFont typeface="Arial"/>
              <a:buChar char="•"/>
            </a:pPr>
            <a:r>
              <a:rPr lang="en-US" sz="1800" b="0" strike="noStrike" spc="-1">
                <a:solidFill>
                  <a:schemeClr val="dk1">
                    <a:lumMod val="75000"/>
                    <a:lumOff val="25000"/>
                  </a:schemeClr>
                </a:solidFill>
                <a:latin typeface="Tenorite"/>
              </a:rPr>
              <a:t>Fifth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81" name="PlaceHolder 2"/>
          <p:cNvSpPr>
            <a:spLocks noGrp="1"/>
          </p:cNvSpPr>
          <p:nvPr>
            <p:ph type="body"/>
          </p:nvPr>
        </p:nvSpPr>
        <p:spPr>
          <a:xfrm>
            <a:off x="1487160" y="2886120"/>
            <a:ext cx="1845000" cy="1845000"/>
          </a:xfrm>
          <a:prstGeom prst="rect">
            <a:avLst/>
          </a:prstGeom>
          <a:solidFill>
            <a:schemeClr val="lt1">
              <a:lumMod val="95000"/>
            </a:schemeClr>
          </a:solidFill>
          <a:ln w="0">
            <a:noFill/>
          </a:ln>
        </p:spPr>
        <p:txBody>
          <a:bodyPr lIns="90000" tIns="45000" rIns="90000" bIns="45000" anchor="t">
            <a:normAutofit/>
          </a:bodyPr>
          <a:lstStyle/>
          <a:p>
            <a:pPr indent="0" defTabSz="914400">
              <a:lnSpc>
                <a:spcPct val="100000"/>
              </a:lnSpc>
              <a:buNone/>
              <a:tabLst>
                <a:tab pos="0" algn="l"/>
              </a:tabLst>
            </a:pPr>
            <a:r>
              <a:rPr lang="en-US" sz="1400" b="0" strike="noStrike" spc="-1">
                <a:solidFill>
                  <a:schemeClr val="dk1">
                    <a:lumMod val="75000"/>
                    <a:lumOff val="25000"/>
                  </a:schemeClr>
                </a:solidFill>
                <a:latin typeface="Tenorite"/>
              </a:rPr>
              <a:t>Click icon to add picture</a:t>
            </a:r>
          </a:p>
        </p:txBody>
      </p:sp>
      <p:sp>
        <p:nvSpPr>
          <p:cNvPr id="82" name="PlaceHolder 3"/>
          <p:cNvSpPr>
            <a:spLocks noGrp="1"/>
          </p:cNvSpPr>
          <p:nvPr>
            <p:ph type="body"/>
          </p:nvPr>
        </p:nvSpPr>
        <p:spPr>
          <a:xfrm>
            <a:off x="3836880" y="2886120"/>
            <a:ext cx="1845000" cy="1845000"/>
          </a:xfrm>
          <a:prstGeom prst="rect">
            <a:avLst/>
          </a:prstGeom>
          <a:solidFill>
            <a:schemeClr val="lt1">
              <a:lumMod val="95000"/>
            </a:schemeClr>
          </a:solidFill>
          <a:ln w="0">
            <a:noFill/>
          </a:ln>
        </p:spPr>
        <p:txBody>
          <a:bodyPr lIns="90000" tIns="45000" rIns="90000" bIns="45000" anchor="t">
            <a:normAutofit/>
          </a:bodyPr>
          <a:lstStyle/>
          <a:p>
            <a:pPr indent="0" defTabSz="914400">
              <a:lnSpc>
                <a:spcPct val="100000"/>
              </a:lnSpc>
              <a:buNone/>
              <a:tabLst>
                <a:tab pos="0" algn="l"/>
              </a:tabLst>
            </a:pPr>
            <a:r>
              <a:rPr lang="en-US" sz="1400" b="0" strike="noStrike" spc="-1">
                <a:solidFill>
                  <a:schemeClr val="dk1">
                    <a:lumMod val="75000"/>
                    <a:lumOff val="25000"/>
                  </a:schemeClr>
                </a:solidFill>
                <a:latin typeface="Tenorite"/>
              </a:rPr>
              <a:t>Click icon to add picture</a:t>
            </a:r>
          </a:p>
        </p:txBody>
      </p:sp>
      <p:sp>
        <p:nvSpPr>
          <p:cNvPr id="83" name="PlaceHolder 4"/>
          <p:cNvSpPr>
            <a:spLocks noGrp="1"/>
          </p:cNvSpPr>
          <p:nvPr>
            <p:ph type="body"/>
          </p:nvPr>
        </p:nvSpPr>
        <p:spPr>
          <a:xfrm>
            <a:off x="6327720" y="2886120"/>
            <a:ext cx="1845000" cy="1845000"/>
          </a:xfrm>
          <a:prstGeom prst="rect">
            <a:avLst/>
          </a:prstGeom>
          <a:solidFill>
            <a:schemeClr val="lt1">
              <a:lumMod val="95000"/>
            </a:schemeClr>
          </a:solidFill>
          <a:ln w="0">
            <a:noFill/>
          </a:ln>
        </p:spPr>
        <p:txBody>
          <a:bodyPr lIns="90000" tIns="45000" rIns="90000" bIns="45000" anchor="t">
            <a:normAutofit/>
          </a:bodyPr>
          <a:lstStyle/>
          <a:p>
            <a:pPr indent="0" defTabSz="914400">
              <a:lnSpc>
                <a:spcPct val="100000"/>
              </a:lnSpc>
              <a:buNone/>
              <a:tabLst>
                <a:tab pos="0" algn="l"/>
              </a:tabLst>
            </a:pPr>
            <a:r>
              <a:rPr lang="en-US" sz="1400" b="0" strike="noStrike" spc="-1">
                <a:solidFill>
                  <a:schemeClr val="dk1"/>
                </a:solidFill>
                <a:latin typeface="Tenorite"/>
              </a:rPr>
              <a:t>Click icon to add picture</a:t>
            </a:r>
            <a:endParaRPr lang="en-US" sz="1400" b="0" strike="noStrike" spc="-1">
              <a:solidFill>
                <a:schemeClr val="dk1">
                  <a:lumMod val="75000"/>
                  <a:lumOff val="25000"/>
                </a:schemeClr>
              </a:solidFill>
              <a:latin typeface="Tenorite"/>
            </a:endParaRPr>
          </a:p>
        </p:txBody>
      </p:sp>
      <p:sp>
        <p:nvSpPr>
          <p:cNvPr id="84" name="PlaceHolder 5"/>
          <p:cNvSpPr>
            <a:spLocks noGrp="1"/>
          </p:cNvSpPr>
          <p:nvPr>
            <p:ph type="body"/>
          </p:nvPr>
        </p:nvSpPr>
        <p:spPr>
          <a:xfrm>
            <a:off x="8747280" y="2886120"/>
            <a:ext cx="1845000" cy="1845000"/>
          </a:xfrm>
          <a:prstGeom prst="rect">
            <a:avLst/>
          </a:prstGeom>
          <a:solidFill>
            <a:schemeClr val="lt1">
              <a:lumMod val="95000"/>
            </a:schemeClr>
          </a:solidFill>
          <a:ln w="0">
            <a:noFill/>
          </a:ln>
        </p:spPr>
        <p:txBody>
          <a:bodyPr lIns="90000" tIns="45000" rIns="90000" bIns="45000" anchor="t">
            <a:normAutofit/>
          </a:bodyPr>
          <a:lstStyle/>
          <a:p>
            <a:pPr indent="0" defTabSz="914400">
              <a:lnSpc>
                <a:spcPct val="100000"/>
              </a:lnSpc>
              <a:buNone/>
              <a:tabLst>
                <a:tab pos="0" algn="l"/>
              </a:tabLst>
            </a:pPr>
            <a:r>
              <a:rPr lang="en-US" sz="1400" b="0" strike="noStrike" spc="-1">
                <a:solidFill>
                  <a:schemeClr val="dk1">
                    <a:lumMod val="75000"/>
                    <a:lumOff val="25000"/>
                  </a:schemeClr>
                </a:solidFill>
                <a:latin typeface="Tenorite"/>
              </a:rPr>
              <a:t>Click icon to add picture</a:t>
            </a:r>
          </a:p>
        </p:txBody>
      </p:sp>
      <p:sp>
        <p:nvSpPr>
          <p:cNvPr id="85" name="PlaceHolder 6"/>
          <p:cNvSpPr>
            <a:spLocks noGrp="1"/>
          </p:cNvSpPr>
          <p:nvPr>
            <p:ph type="body"/>
          </p:nvPr>
        </p:nvSpPr>
        <p:spPr>
          <a:xfrm>
            <a:off x="1343160" y="5084640"/>
            <a:ext cx="212328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86" name="PlaceHolder 7"/>
          <p:cNvSpPr>
            <a:spLocks noGrp="1"/>
          </p:cNvSpPr>
          <p:nvPr>
            <p:ph type="body"/>
          </p:nvPr>
        </p:nvSpPr>
        <p:spPr>
          <a:xfrm>
            <a:off x="3692880" y="5099040"/>
            <a:ext cx="213552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87" name="PlaceHolder 8"/>
          <p:cNvSpPr>
            <a:spLocks noGrp="1"/>
          </p:cNvSpPr>
          <p:nvPr>
            <p:ph type="body"/>
          </p:nvPr>
        </p:nvSpPr>
        <p:spPr>
          <a:xfrm>
            <a:off x="6183720" y="5099040"/>
            <a:ext cx="212328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88" name="PlaceHolder 9"/>
          <p:cNvSpPr>
            <a:spLocks noGrp="1"/>
          </p:cNvSpPr>
          <p:nvPr>
            <p:ph type="body"/>
          </p:nvPr>
        </p:nvSpPr>
        <p:spPr>
          <a:xfrm>
            <a:off x="8603640" y="5084640"/>
            <a:ext cx="212328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89" name="PlaceHolder 10"/>
          <p:cNvSpPr>
            <a:spLocks noGrp="1"/>
          </p:cNvSpPr>
          <p:nvPr>
            <p:ph type="body"/>
          </p:nvPr>
        </p:nvSpPr>
        <p:spPr>
          <a:xfrm>
            <a:off x="1487160" y="5464080"/>
            <a:ext cx="184500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48">
                <a:solidFill>
                  <a:schemeClr val="dk1">
                    <a:lumMod val="75000"/>
                    <a:lumOff val="25000"/>
                  </a:schemeClr>
                </a:solidFill>
                <a:latin typeface="Tenorite"/>
              </a:rPr>
              <a:t>CLICK TO EDIT</a:t>
            </a:r>
            <a:endParaRPr lang="en-US" sz="1000" b="0" strike="noStrike" spc="-1">
              <a:solidFill>
                <a:schemeClr val="dk1">
                  <a:lumMod val="75000"/>
                  <a:lumOff val="25000"/>
                </a:schemeClr>
              </a:solidFill>
              <a:latin typeface="Tenorite"/>
            </a:endParaRPr>
          </a:p>
        </p:txBody>
      </p:sp>
      <p:sp>
        <p:nvSpPr>
          <p:cNvPr id="90" name="PlaceHolder 11"/>
          <p:cNvSpPr>
            <a:spLocks noGrp="1"/>
          </p:cNvSpPr>
          <p:nvPr>
            <p:ph type="body"/>
          </p:nvPr>
        </p:nvSpPr>
        <p:spPr>
          <a:xfrm>
            <a:off x="3836880" y="5478840"/>
            <a:ext cx="1855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48">
                <a:solidFill>
                  <a:schemeClr val="dk1">
                    <a:lumMod val="75000"/>
                    <a:lumOff val="25000"/>
                  </a:schemeClr>
                </a:solidFill>
                <a:latin typeface="Tenorite"/>
              </a:rPr>
              <a:t>CLICK TO EDIT</a:t>
            </a:r>
            <a:endParaRPr lang="en-US" sz="1000" b="0" strike="noStrike" spc="-1">
              <a:solidFill>
                <a:schemeClr val="dk1">
                  <a:lumMod val="75000"/>
                  <a:lumOff val="25000"/>
                </a:schemeClr>
              </a:solidFill>
              <a:latin typeface="Tenorite"/>
            </a:endParaRPr>
          </a:p>
        </p:txBody>
      </p:sp>
      <p:sp>
        <p:nvSpPr>
          <p:cNvPr id="91" name="PlaceHolder 12"/>
          <p:cNvSpPr>
            <a:spLocks noGrp="1"/>
          </p:cNvSpPr>
          <p:nvPr>
            <p:ph type="body"/>
          </p:nvPr>
        </p:nvSpPr>
        <p:spPr>
          <a:xfrm>
            <a:off x="6327720" y="5478840"/>
            <a:ext cx="184500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48">
                <a:solidFill>
                  <a:schemeClr val="dk1">
                    <a:lumMod val="75000"/>
                    <a:lumOff val="25000"/>
                  </a:schemeClr>
                </a:solidFill>
                <a:latin typeface="Tenorite"/>
              </a:rPr>
              <a:t>CLICK TO EDIT</a:t>
            </a:r>
            <a:endParaRPr lang="en-US" sz="1000" b="0" strike="noStrike" spc="-1">
              <a:solidFill>
                <a:schemeClr val="dk1">
                  <a:lumMod val="75000"/>
                  <a:lumOff val="25000"/>
                </a:schemeClr>
              </a:solidFill>
              <a:latin typeface="Tenorite"/>
            </a:endParaRPr>
          </a:p>
        </p:txBody>
      </p:sp>
      <p:sp>
        <p:nvSpPr>
          <p:cNvPr id="92" name="PlaceHolder 13"/>
          <p:cNvSpPr>
            <a:spLocks noGrp="1"/>
          </p:cNvSpPr>
          <p:nvPr>
            <p:ph type="body"/>
          </p:nvPr>
        </p:nvSpPr>
        <p:spPr>
          <a:xfrm>
            <a:off x="8747280" y="5464080"/>
            <a:ext cx="184500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00" b="0" strike="noStrike" spc="148">
                <a:solidFill>
                  <a:schemeClr val="dk1">
                    <a:lumMod val="75000"/>
                    <a:lumOff val="25000"/>
                  </a:schemeClr>
                </a:solidFill>
                <a:latin typeface="Tenorite"/>
              </a:rPr>
              <a:t>CLICK TO EDIT</a:t>
            </a:r>
            <a:endParaRPr lang="en-US" sz="1000" b="0" strike="noStrike" spc="-1">
              <a:solidFill>
                <a:schemeClr val="dk1">
                  <a:lumMod val="75000"/>
                  <a:lumOff val="25000"/>
                </a:schemeClr>
              </a:solidFill>
              <a:latin typeface="Tenorite"/>
            </a:endParaRPr>
          </a:p>
        </p:txBody>
      </p:sp>
      <p:sp>
        <p:nvSpPr>
          <p:cNvPr id="93" name="PlaceHolder 1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94" name="PlaceHolder 1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95" name="PlaceHolder 1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389A8FFE-4954-477E-B663-C469A2ACCB92}"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cxnSp>
        <p:nvCxnSpPr>
          <p:cNvPr id="96" name="Straight Connector 9">
            <a:extLst>
              <a:ext uri="{C183D7F6-B498-43B3-948B-1728B52AA6E4}">
                <adec:decorative xmlns:adec="http://schemas.microsoft.com/office/drawing/2017/decorative" val="1"/>
              </a:ext>
            </a:extLst>
          </p:cNvPr>
          <p:cNvCxnSpPr/>
          <p:nvPr/>
        </p:nvCxnSpPr>
        <p:spPr>
          <a:xfrm flipH="1" flipV="1">
            <a:off x="7333920" y="0"/>
            <a:ext cx="4858200" cy="762120"/>
          </a:xfrm>
          <a:prstGeom prst="straightConnector1">
            <a:avLst/>
          </a:prstGeom>
          <a:ln>
            <a:solidFill>
              <a:srgbClr val="F7F6F3">
                <a:lumMod val="75000"/>
              </a:srgbClr>
            </a:solidFill>
          </a:ln>
        </p:spPr>
      </p:cxnSp>
      <p:cxnSp>
        <p:nvCxnSpPr>
          <p:cNvPr id="97" name="Straight Connector 14">
            <a:extLst>
              <a:ext uri="{C183D7F6-B498-43B3-948B-1728B52AA6E4}">
                <adec:decorative xmlns:adec="http://schemas.microsoft.com/office/drawing/2017/decorative" val="1"/>
              </a:ext>
            </a:extLst>
          </p:cNvPr>
          <p:cNvCxnSpPr/>
          <p:nvPr/>
        </p:nvCxnSpPr>
        <p:spPr>
          <a:xfrm>
            <a:off x="11486880" y="0"/>
            <a:ext cx="705240" cy="1724040"/>
          </a:xfrm>
          <a:prstGeom prst="straightConnector1">
            <a:avLst/>
          </a:prstGeom>
          <a:ln>
            <a:solidFill>
              <a:srgbClr val="F7F6F3">
                <a:lumMod val="75000"/>
              </a:srgbClr>
            </a:solidFill>
          </a:ln>
        </p:spPr>
      </p:cxn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lt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99" name="PlaceHolder 2"/>
          <p:cNvSpPr>
            <a:spLocks noGrp="1"/>
          </p:cNvSpPr>
          <p:nvPr>
            <p:ph type="body"/>
          </p:nvPr>
        </p:nvSpPr>
        <p:spPr>
          <a:xfrm>
            <a:off x="1877040" y="242892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00" name="PlaceHolder 3"/>
          <p:cNvSpPr>
            <a:spLocks noGrp="1"/>
          </p:cNvSpPr>
          <p:nvPr>
            <p:ph type="body"/>
          </p:nvPr>
        </p:nvSpPr>
        <p:spPr>
          <a:xfrm>
            <a:off x="4226400" y="242892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01" name="PlaceHolder 4"/>
          <p:cNvSpPr>
            <a:spLocks noGrp="1"/>
          </p:cNvSpPr>
          <p:nvPr>
            <p:ph type="body"/>
          </p:nvPr>
        </p:nvSpPr>
        <p:spPr>
          <a:xfrm>
            <a:off x="6716880" y="2428920"/>
            <a:ext cx="1066320" cy="1066320"/>
          </a:xfrm>
          <a:prstGeom prst="rect">
            <a:avLst/>
          </a:prstGeom>
          <a:solidFill>
            <a:schemeClr val="dk1"/>
          </a:solidFill>
          <a:ln w="0">
            <a:noFill/>
          </a:ln>
        </p:spPr>
        <p:txBody>
          <a:bodyPr lIns="90000" tIns="45000" rIns="90000" bIns="45000" anchor="t">
            <a:no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02" name="PlaceHolder 5"/>
          <p:cNvSpPr>
            <a:spLocks noGrp="1"/>
          </p:cNvSpPr>
          <p:nvPr>
            <p:ph type="body"/>
          </p:nvPr>
        </p:nvSpPr>
        <p:spPr>
          <a:xfrm>
            <a:off x="9136800" y="242892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03" name="PlaceHolder 6"/>
          <p:cNvSpPr>
            <a:spLocks noGrp="1"/>
          </p:cNvSpPr>
          <p:nvPr>
            <p:ph type="body"/>
          </p:nvPr>
        </p:nvSpPr>
        <p:spPr>
          <a:xfrm>
            <a:off x="1500120" y="365436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04" name="PlaceHolder 7"/>
          <p:cNvSpPr>
            <a:spLocks noGrp="1"/>
          </p:cNvSpPr>
          <p:nvPr>
            <p:ph type="body"/>
          </p:nvPr>
        </p:nvSpPr>
        <p:spPr>
          <a:xfrm>
            <a:off x="1389960" y="378216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05" name="PlaceHolder 8"/>
          <p:cNvSpPr>
            <a:spLocks noGrp="1"/>
          </p:cNvSpPr>
          <p:nvPr>
            <p:ph type="body"/>
          </p:nvPr>
        </p:nvSpPr>
        <p:spPr>
          <a:xfrm>
            <a:off x="3849120" y="366912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06" name="PlaceHolder 9"/>
          <p:cNvSpPr>
            <a:spLocks noGrp="1"/>
          </p:cNvSpPr>
          <p:nvPr>
            <p:ph type="body"/>
          </p:nvPr>
        </p:nvSpPr>
        <p:spPr>
          <a:xfrm>
            <a:off x="3739320" y="379656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07" name="PlaceHolder 10"/>
          <p:cNvSpPr>
            <a:spLocks noGrp="1"/>
          </p:cNvSpPr>
          <p:nvPr>
            <p:ph type="body"/>
          </p:nvPr>
        </p:nvSpPr>
        <p:spPr>
          <a:xfrm>
            <a:off x="6339960" y="366912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08" name="PlaceHolder 11"/>
          <p:cNvSpPr>
            <a:spLocks noGrp="1"/>
          </p:cNvSpPr>
          <p:nvPr>
            <p:ph type="body"/>
          </p:nvPr>
        </p:nvSpPr>
        <p:spPr>
          <a:xfrm>
            <a:off x="6217920" y="379656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09" name="PlaceHolder 12"/>
          <p:cNvSpPr>
            <a:spLocks noGrp="1"/>
          </p:cNvSpPr>
          <p:nvPr>
            <p:ph type="body"/>
          </p:nvPr>
        </p:nvSpPr>
        <p:spPr>
          <a:xfrm>
            <a:off x="8759880" y="365436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10" name="PlaceHolder 13"/>
          <p:cNvSpPr>
            <a:spLocks noGrp="1"/>
          </p:cNvSpPr>
          <p:nvPr>
            <p:ph type="body"/>
          </p:nvPr>
        </p:nvSpPr>
        <p:spPr>
          <a:xfrm>
            <a:off x="8634600" y="378216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11" name="PlaceHolder 14"/>
          <p:cNvSpPr>
            <a:spLocks noGrp="1"/>
          </p:cNvSpPr>
          <p:nvPr>
            <p:ph type="body"/>
          </p:nvPr>
        </p:nvSpPr>
        <p:spPr>
          <a:xfrm>
            <a:off x="1877040" y="428760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12" name="PlaceHolder 15"/>
          <p:cNvSpPr>
            <a:spLocks noGrp="1"/>
          </p:cNvSpPr>
          <p:nvPr>
            <p:ph type="body"/>
          </p:nvPr>
        </p:nvSpPr>
        <p:spPr>
          <a:xfrm>
            <a:off x="4226400" y="428760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13" name="PlaceHolder 16"/>
          <p:cNvSpPr>
            <a:spLocks noGrp="1"/>
          </p:cNvSpPr>
          <p:nvPr>
            <p:ph type="body"/>
          </p:nvPr>
        </p:nvSpPr>
        <p:spPr>
          <a:xfrm>
            <a:off x="6716880" y="428760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14" name="PlaceHolder 17"/>
          <p:cNvSpPr>
            <a:spLocks noGrp="1"/>
          </p:cNvSpPr>
          <p:nvPr>
            <p:ph type="body"/>
          </p:nvPr>
        </p:nvSpPr>
        <p:spPr>
          <a:xfrm>
            <a:off x="9136800" y="4287600"/>
            <a:ext cx="1066320" cy="1066320"/>
          </a:xfrm>
          <a:prstGeom prst="rect">
            <a:avLst/>
          </a:prstGeom>
          <a:solidFill>
            <a:schemeClr val="dk1"/>
          </a:solidFill>
          <a:ln w="0">
            <a:noFill/>
          </a:ln>
        </p:spPr>
        <p:txBody>
          <a:bodyPr lIns="90000" tIns="45000" rIns="90000" bIns="45000" anchor="t">
            <a:normAutofit/>
          </a:bodyPr>
          <a:lstStyle/>
          <a:p>
            <a:pPr indent="0" defTabSz="914400">
              <a:lnSpc>
                <a:spcPct val="100000"/>
              </a:lnSpc>
              <a:buNone/>
              <a:tabLst>
                <a:tab pos="0" algn="l"/>
              </a:tabLst>
            </a:pPr>
            <a:r>
              <a:rPr lang="en-US" sz="900" b="0" strike="noStrike" spc="-1">
                <a:solidFill>
                  <a:schemeClr val="lt1">
                    <a:lumMod val="75000"/>
                    <a:lumOff val="25000"/>
                  </a:schemeClr>
                </a:solidFill>
                <a:latin typeface="Tenorite"/>
              </a:rPr>
              <a:t>Click icon to add picture</a:t>
            </a:r>
            <a:endParaRPr lang="en-US" sz="900" b="0" strike="noStrike" spc="-1">
              <a:solidFill>
                <a:schemeClr val="dk1">
                  <a:lumMod val="75000"/>
                  <a:lumOff val="25000"/>
                </a:schemeClr>
              </a:solidFill>
              <a:latin typeface="Tenorite"/>
            </a:endParaRPr>
          </a:p>
        </p:txBody>
      </p:sp>
      <p:sp>
        <p:nvSpPr>
          <p:cNvPr id="115" name="PlaceHolder 18"/>
          <p:cNvSpPr>
            <a:spLocks noGrp="1"/>
          </p:cNvSpPr>
          <p:nvPr>
            <p:ph type="body"/>
          </p:nvPr>
        </p:nvSpPr>
        <p:spPr>
          <a:xfrm>
            <a:off x="1500120" y="551304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16" name="PlaceHolder 19"/>
          <p:cNvSpPr>
            <a:spLocks noGrp="1"/>
          </p:cNvSpPr>
          <p:nvPr>
            <p:ph type="body"/>
          </p:nvPr>
        </p:nvSpPr>
        <p:spPr>
          <a:xfrm>
            <a:off x="1389960" y="564084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17" name="PlaceHolder 20"/>
          <p:cNvSpPr>
            <a:spLocks noGrp="1"/>
          </p:cNvSpPr>
          <p:nvPr>
            <p:ph type="body"/>
          </p:nvPr>
        </p:nvSpPr>
        <p:spPr>
          <a:xfrm>
            <a:off x="3849120" y="552780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18" name="PlaceHolder 21"/>
          <p:cNvSpPr>
            <a:spLocks noGrp="1"/>
          </p:cNvSpPr>
          <p:nvPr>
            <p:ph type="body"/>
          </p:nvPr>
        </p:nvSpPr>
        <p:spPr>
          <a:xfrm>
            <a:off x="3739320" y="565560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19" name="PlaceHolder 22"/>
          <p:cNvSpPr>
            <a:spLocks noGrp="1"/>
          </p:cNvSpPr>
          <p:nvPr>
            <p:ph type="body"/>
          </p:nvPr>
        </p:nvSpPr>
        <p:spPr>
          <a:xfrm>
            <a:off x="6339960" y="552780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20" name="PlaceHolder 23"/>
          <p:cNvSpPr>
            <a:spLocks noGrp="1"/>
          </p:cNvSpPr>
          <p:nvPr>
            <p:ph type="body"/>
          </p:nvPr>
        </p:nvSpPr>
        <p:spPr>
          <a:xfrm>
            <a:off x="6229800" y="565560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21" name="PlaceHolder 24"/>
          <p:cNvSpPr>
            <a:spLocks noGrp="1"/>
          </p:cNvSpPr>
          <p:nvPr>
            <p:ph type="body"/>
          </p:nvPr>
        </p:nvSpPr>
        <p:spPr>
          <a:xfrm>
            <a:off x="8759880" y="5513040"/>
            <a:ext cx="1828440" cy="3427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050" b="0" strike="noStrike" spc="148">
                <a:solidFill>
                  <a:schemeClr val="lt1">
                    <a:lumMod val="75000"/>
                    <a:lumOff val="25000"/>
                  </a:schemeClr>
                </a:solidFill>
                <a:latin typeface="Tenorite"/>
              </a:rPr>
              <a:t>CLICK TO EDIT</a:t>
            </a:r>
            <a:endParaRPr lang="en-US" sz="1050" b="0" strike="noStrike" spc="-1">
              <a:solidFill>
                <a:schemeClr val="dk1">
                  <a:lumMod val="75000"/>
                  <a:lumOff val="25000"/>
                </a:schemeClr>
              </a:solidFill>
              <a:latin typeface="Tenorite"/>
            </a:endParaRPr>
          </a:p>
        </p:txBody>
      </p:sp>
      <p:sp>
        <p:nvSpPr>
          <p:cNvPr id="122" name="PlaceHolder 25"/>
          <p:cNvSpPr>
            <a:spLocks noGrp="1"/>
          </p:cNvSpPr>
          <p:nvPr>
            <p:ph type="body"/>
          </p:nvPr>
        </p:nvSpPr>
        <p:spPr>
          <a:xfrm>
            <a:off x="8634600" y="5640840"/>
            <a:ext cx="2057040" cy="3427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en-US" sz="900" b="0" strike="noStrike" spc="148">
                <a:solidFill>
                  <a:schemeClr val="lt1">
                    <a:lumMod val="75000"/>
                    <a:lumOff val="25000"/>
                  </a:schemeClr>
                </a:solidFill>
                <a:latin typeface="Tenorite"/>
              </a:rPr>
              <a:t>CLICK TO EDIT</a:t>
            </a:r>
            <a:endParaRPr lang="en-US" sz="900" b="0" strike="noStrike" spc="-1">
              <a:solidFill>
                <a:schemeClr val="dk1">
                  <a:lumMod val="75000"/>
                  <a:lumOff val="25000"/>
                </a:schemeClr>
              </a:solidFill>
              <a:latin typeface="Tenorite"/>
            </a:endParaRPr>
          </a:p>
        </p:txBody>
      </p:sp>
      <p:sp>
        <p:nvSpPr>
          <p:cNvPr id="123" name="PlaceHolder 2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solidFill>
                <a:latin typeface="Tenorite"/>
              </a:defRPr>
            </a:lvl1pPr>
          </a:lstStyle>
          <a:p>
            <a:pPr indent="0" defTabSz="914400">
              <a:lnSpc>
                <a:spcPct val="100000"/>
              </a:lnSpc>
              <a:buNone/>
            </a:pPr>
            <a:r>
              <a:rPr lang="en-US" sz="900" b="0" strike="noStrike" spc="-1">
                <a:solidFill>
                  <a:schemeClr val="dk1"/>
                </a:solidFill>
                <a:latin typeface="Tenorite"/>
              </a:rPr>
              <a:t>&lt;date/time&gt;</a:t>
            </a:r>
            <a:endParaRPr lang="en-US" sz="900" b="0" strike="noStrike" spc="-1">
              <a:solidFill>
                <a:srgbClr val="000000"/>
              </a:solidFill>
              <a:latin typeface="Times New Roman"/>
            </a:endParaRPr>
          </a:p>
        </p:txBody>
      </p:sp>
      <p:sp>
        <p:nvSpPr>
          <p:cNvPr id="124" name="PlaceHolder 2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solidFill>
                <a:latin typeface="Tenorite"/>
              </a:defRPr>
            </a:lvl1pPr>
          </a:lstStyle>
          <a:p>
            <a:pPr indent="0" algn="ctr" defTabSz="914400">
              <a:lnSpc>
                <a:spcPct val="100000"/>
              </a:lnSpc>
              <a:buNone/>
            </a:pPr>
            <a:r>
              <a:rPr lang="en-US" sz="900" b="0" strike="noStrike" spc="-1">
                <a:solidFill>
                  <a:schemeClr val="dk1"/>
                </a:solidFill>
                <a:latin typeface="Tenorite"/>
              </a:rPr>
              <a:t>&lt;footer&gt;</a:t>
            </a:r>
            <a:endParaRPr lang="en-US" sz="900" b="0" strike="noStrike" spc="-1">
              <a:solidFill>
                <a:srgbClr val="000000"/>
              </a:solidFill>
              <a:latin typeface="Times New Roman"/>
            </a:endParaRPr>
          </a:p>
        </p:txBody>
      </p:sp>
      <p:sp>
        <p:nvSpPr>
          <p:cNvPr id="125" name="PlaceHolder 2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solidFill>
                <a:latin typeface="Tenorite"/>
              </a:defRPr>
            </a:lvl1pPr>
          </a:lstStyle>
          <a:p>
            <a:pPr indent="0" algn="r" defTabSz="914400">
              <a:lnSpc>
                <a:spcPct val="100000"/>
              </a:lnSpc>
              <a:buNone/>
            </a:pPr>
            <a:fld id="{63D45503-ACC9-48EA-9472-EEA5F38A7867}" type="slidenum">
              <a:rPr lang="en-US" sz="900" b="0" strike="noStrike" spc="-1">
                <a:solidFill>
                  <a:schemeClr val="dk1"/>
                </a:solidFill>
                <a:latin typeface="Tenorite"/>
              </a:rPr>
              <a:t>‹#›</a:t>
            </a:fld>
            <a:endParaRPr lang="en-US" sz="900" b="0" strike="noStrike" spc="-1">
              <a:solidFill>
                <a:srgbClr val="000000"/>
              </a:solidFill>
              <a:latin typeface="Times New Roman"/>
            </a:endParaRPr>
          </a:p>
        </p:txBody>
      </p:sp>
      <p:pic>
        <p:nvPicPr>
          <p:cNvPr id="126" name="Graphic 12">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3"/>
              </a:ext>
            </a:extLst>
          </a:blip>
          <a:stretch/>
        </p:blipFill>
        <p:spPr>
          <a:xfrm>
            <a:off x="0" y="474120"/>
            <a:ext cx="2057040" cy="1647360"/>
          </a:xfrm>
          <a:prstGeom prst="rect">
            <a:avLst/>
          </a:prstGeom>
          <a:ln w="0">
            <a:noFill/>
          </a:ln>
        </p:spPr>
      </p:pic>
      <p:pic>
        <p:nvPicPr>
          <p:cNvPr id="127" name="Graphic 13">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4"/>
              </a:ext>
            </a:extLst>
          </a:blip>
          <a:stretch/>
        </p:blipFill>
        <p:spPr>
          <a:xfrm>
            <a:off x="11049120" y="5180760"/>
            <a:ext cx="1142640" cy="9140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129" name="PlaceHolder 2"/>
          <p:cNvSpPr>
            <a:spLocks noGrp="1"/>
          </p:cNvSpPr>
          <p:nvPr>
            <p:ph type="body"/>
          </p:nvPr>
        </p:nvSpPr>
        <p:spPr>
          <a:xfrm>
            <a:off x="1075320" y="2370600"/>
            <a:ext cx="1855800" cy="16639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400" b="0" strike="noStrike" spc="-1">
                <a:solidFill>
                  <a:schemeClr val="dk1">
                    <a:lumMod val="75000"/>
                    <a:lumOff val="25000"/>
                  </a:schemeClr>
                </a:solidFill>
                <a:latin typeface="Tenorite"/>
              </a:rPr>
              <a:t>Click to add content</a:t>
            </a:r>
          </a:p>
        </p:txBody>
      </p:sp>
      <p:sp>
        <p:nvSpPr>
          <p:cNvPr id="130" name="PlaceHolder 3"/>
          <p:cNvSpPr>
            <a:spLocks noGrp="1"/>
          </p:cNvSpPr>
          <p:nvPr>
            <p:ph type="body"/>
          </p:nvPr>
        </p:nvSpPr>
        <p:spPr>
          <a:xfrm>
            <a:off x="838080" y="3788640"/>
            <a:ext cx="2330280" cy="80460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3200" b="0" strike="noStrike" spc="148">
                <a:solidFill>
                  <a:schemeClr val="dk1">
                    <a:lumMod val="75000"/>
                    <a:lumOff val="25000"/>
                  </a:schemeClr>
                </a:solidFill>
                <a:latin typeface="Tenorite"/>
              </a:rPr>
              <a:t>#</a:t>
            </a:r>
            <a:endParaRPr lang="en-US" sz="3200" b="0" strike="noStrike" spc="-1">
              <a:solidFill>
                <a:schemeClr val="dk1">
                  <a:lumMod val="75000"/>
                  <a:lumOff val="25000"/>
                </a:schemeClr>
              </a:solidFill>
              <a:latin typeface="Tenorite"/>
            </a:endParaRPr>
          </a:p>
        </p:txBody>
      </p:sp>
      <p:sp>
        <p:nvSpPr>
          <p:cNvPr id="131" name="PlaceHolder 4"/>
          <p:cNvSpPr>
            <a:spLocks noGrp="1"/>
          </p:cNvSpPr>
          <p:nvPr>
            <p:ph type="body"/>
          </p:nvPr>
        </p:nvSpPr>
        <p:spPr>
          <a:xfrm>
            <a:off x="838080" y="4464720"/>
            <a:ext cx="2330280" cy="43812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132" name="PlaceHolder 5"/>
          <p:cNvSpPr>
            <a:spLocks noGrp="1"/>
          </p:cNvSpPr>
          <p:nvPr>
            <p:ph type="body"/>
          </p:nvPr>
        </p:nvSpPr>
        <p:spPr>
          <a:xfrm>
            <a:off x="838080" y="5120640"/>
            <a:ext cx="2330280" cy="852840"/>
          </a:xfrm>
          <a:prstGeom prst="rect">
            <a:avLst/>
          </a:prstGeom>
          <a:noFill/>
          <a:ln w="0">
            <a:noFill/>
          </a:ln>
        </p:spPr>
        <p:txBody>
          <a:bodyPr lIns="0" tIns="45720" rIns="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33" name="PlaceHolder 6"/>
          <p:cNvSpPr>
            <a:spLocks noGrp="1"/>
          </p:cNvSpPr>
          <p:nvPr>
            <p:ph type="body"/>
          </p:nvPr>
        </p:nvSpPr>
        <p:spPr>
          <a:xfrm>
            <a:off x="3805560" y="2370600"/>
            <a:ext cx="1855800" cy="16639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400" b="0" strike="noStrike" spc="-1">
                <a:solidFill>
                  <a:schemeClr val="dk1">
                    <a:lumMod val="75000"/>
                    <a:lumOff val="25000"/>
                  </a:schemeClr>
                </a:solidFill>
                <a:latin typeface="Tenorite"/>
              </a:rPr>
              <a:t>Click to add content</a:t>
            </a:r>
          </a:p>
        </p:txBody>
      </p:sp>
      <p:sp>
        <p:nvSpPr>
          <p:cNvPr id="134" name="PlaceHolder 7"/>
          <p:cNvSpPr>
            <a:spLocks noGrp="1"/>
          </p:cNvSpPr>
          <p:nvPr>
            <p:ph type="body"/>
          </p:nvPr>
        </p:nvSpPr>
        <p:spPr>
          <a:xfrm>
            <a:off x="3562560" y="3788640"/>
            <a:ext cx="2341800" cy="80460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3200" b="0" strike="noStrike" spc="148">
                <a:solidFill>
                  <a:schemeClr val="dk1">
                    <a:lumMod val="75000"/>
                    <a:lumOff val="25000"/>
                  </a:schemeClr>
                </a:solidFill>
                <a:latin typeface="Tenorite"/>
              </a:rPr>
              <a:t>#</a:t>
            </a:r>
            <a:endParaRPr lang="en-US" sz="3200" b="0" strike="noStrike" spc="-1">
              <a:solidFill>
                <a:schemeClr val="dk1">
                  <a:lumMod val="75000"/>
                  <a:lumOff val="25000"/>
                </a:schemeClr>
              </a:solidFill>
              <a:latin typeface="Tenorite"/>
            </a:endParaRPr>
          </a:p>
        </p:txBody>
      </p:sp>
      <p:sp>
        <p:nvSpPr>
          <p:cNvPr id="135" name="PlaceHolder 8"/>
          <p:cNvSpPr>
            <a:spLocks noGrp="1"/>
          </p:cNvSpPr>
          <p:nvPr>
            <p:ph type="body"/>
          </p:nvPr>
        </p:nvSpPr>
        <p:spPr>
          <a:xfrm>
            <a:off x="3562560" y="4464720"/>
            <a:ext cx="2341800" cy="438120"/>
          </a:xfrm>
          <a:prstGeom prst="rect">
            <a:avLst/>
          </a:prstGeom>
          <a:noFill/>
          <a:ln w="0">
            <a:noFill/>
          </a:ln>
        </p:spPr>
        <p:txBody>
          <a:bodyPr lIns="0" tIns="45720" rIns="0" bIns="45720" anchor="b">
            <a:noAutofit/>
          </a:bodyPr>
          <a:lstStyle/>
          <a:p>
            <a:pPr indent="0"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136" name="PlaceHolder 9"/>
          <p:cNvSpPr>
            <a:spLocks noGrp="1"/>
          </p:cNvSpPr>
          <p:nvPr>
            <p:ph type="body"/>
          </p:nvPr>
        </p:nvSpPr>
        <p:spPr>
          <a:xfrm>
            <a:off x="3562560" y="5120640"/>
            <a:ext cx="2341800" cy="852840"/>
          </a:xfrm>
          <a:prstGeom prst="rect">
            <a:avLst/>
          </a:prstGeom>
          <a:noFill/>
          <a:ln w="0">
            <a:noFill/>
          </a:ln>
        </p:spPr>
        <p:txBody>
          <a:bodyPr lIns="0" tIns="45720" rIns="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37" name="PlaceHolder 10"/>
          <p:cNvSpPr>
            <a:spLocks noGrp="1"/>
          </p:cNvSpPr>
          <p:nvPr>
            <p:ph type="body"/>
          </p:nvPr>
        </p:nvSpPr>
        <p:spPr>
          <a:xfrm>
            <a:off x="6530040" y="2370600"/>
            <a:ext cx="1855800" cy="16639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400" b="0" strike="noStrike" spc="-1">
                <a:solidFill>
                  <a:schemeClr val="dk1">
                    <a:lumMod val="75000"/>
                    <a:lumOff val="25000"/>
                  </a:schemeClr>
                </a:solidFill>
                <a:latin typeface="Tenorite"/>
              </a:rPr>
              <a:t>Click to add content</a:t>
            </a:r>
          </a:p>
        </p:txBody>
      </p:sp>
      <p:sp>
        <p:nvSpPr>
          <p:cNvPr id="138" name="PlaceHolder 11"/>
          <p:cNvSpPr>
            <a:spLocks noGrp="1"/>
          </p:cNvSpPr>
          <p:nvPr>
            <p:ph type="body"/>
          </p:nvPr>
        </p:nvSpPr>
        <p:spPr>
          <a:xfrm>
            <a:off x="6298560" y="3788640"/>
            <a:ext cx="2330280" cy="80460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3200" b="0" strike="noStrike" spc="148">
                <a:solidFill>
                  <a:schemeClr val="dk1">
                    <a:lumMod val="75000"/>
                    <a:lumOff val="25000"/>
                  </a:schemeClr>
                </a:solidFill>
                <a:latin typeface="Tenorite"/>
              </a:rPr>
              <a:t>#</a:t>
            </a:r>
            <a:endParaRPr lang="en-US" sz="3200" b="0" strike="noStrike" spc="-1">
              <a:solidFill>
                <a:schemeClr val="dk1">
                  <a:lumMod val="75000"/>
                  <a:lumOff val="25000"/>
                </a:schemeClr>
              </a:solidFill>
              <a:latin typeface="Tenorite"/>
            </a:endParaRPr>
          </a:p>
        </p:txBody>
      </p:sp>
      <p:sp>
        <p:nvSpPr>
          <p:cNvPr id="139" name="PlaceHolder 12"/>
          <p:cNvSpPr>
            <a:spLocks noGrp="1"/>
          </p:cNvSpPr>
          <p:nvPr>
            <p:ph type="body"/>
          </p:nvPr>
        </p:nvSpPr>
        <p:spPr>
          <a:xfrm>
            <a:off x="6298560" y="4464720"/>
            <a:ext cx="2330280" cy="43812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sp>
        <p:nvSpPr>
          <p:cNvPr id="140" name="PlaceHolder 13"/>
          <p:cNvSpPr>
            <a:spLocks noGrp="1"/>
          </p:cNvSpPr>
          <p:nvPr>
            <p:ph type="body"/>
          </p:nvPr>
        </p:nvSpPr>
        <p:spPr>
          <a:xfrm>
            <a:off x="6298560" y="5120640"/>
            <a:ext cx="2330280" cy="852840"/>
          </a:xfrm>
          <a:prstGeom prst="rect">
            <a:avLst/>
          </a:prstGeom>
          <a:noFill/>
          <a:ln w="0">
            <a:noFill/>
          </a:ln>
        </p:spPr>
        <p:txBody>
          <a:bodyPr lIns="0" tIns="45720" rIns="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41" name="PlaceHolder 14"/>
          <p:cNvSpPr>
            <a:spLocks noGrp="1"/>
          </p:cNvSpPr>
          <p:nvPr>
            <p:ph type="body"/>
          </p:nvPr>
        </p:nvSpPr>
        <p:spPr>
          <a:xfrm>
            <a:off x="9260280" y="2370600"/>
            <a:ext cx="1855800" cy="16639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en-US" sz="1400" b="0" strike="noStrike" spc="-1">
                <a:solidFill>
                  <a:schemeClr val="dk1">
                    <a:lumMod val="75000"/>
                    <a:lumOff val="25000"/>
                  </a:schemeClr>
                </a:solidFill>
                <a:latin typeface="Tenorite"/>
              </a:rPr>
              <a:t>Click to add content</a:t>
            </a:r>
          </a:p>
        </p:txBody>
      </p:sp>
      <p:sp>
        <p:nvSpPr>
          <p:cNvPr id="142" name="PlaceHolder 15"/>
          <p:cNvSpPr>
            <a:spLocks noGrp="1"/>
          </p:cNvSpPr>
          <p:nvPr>
            <p:ph type="body"/>
          </p:nvPr>
        </p:nvSpPr>
        <p:spPr>
          <a:xfrm>
            <a:off x="9023040" y="3788280"/>
            <a:ext cx="2330280" cy="80460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3200" b="0" strike="noStrike" spc="148">
                <a:solidFill>
                  <a:schemeClr val="dk1">
                    <a:lumMod val="75000"/>
                    <a:lumOff val="25000"/>
                  </a:schemeClr>
                </a:solidFill>
                <a:latin typeface="Tenorite"/>
              </a:rPr>
              <a:t>#</a:t>
            </a:r>
            <a:endParaRPr lang="en-US" sz="3200" b="0" strike="noStrike" spc="-1">
              <a:solidFill>
                <a:schemeClr val="dk1">
                  <a:lumMod val="75000"/>
                  <a:lumOff val="25000"/>
                </a:schemeClr>
              </a:solidFill>
              <a:latin typeface="Tenorite"/>
            </a:endParaRPr>
          </a:p>
        </p:txBody>
      </p:sp>
      <p:sp>
        <p:nvSpPr>
          <p:cNvPr id="143" name="PlaceHolder 16"/>
          <p:cNvSpPr>
            <a:spLocks noGrp="1"/>
          </p:cNvSpPr>
          <p:nvPr>
            <p:ph type="body"/>
          </p:nvPr>
        </p:nvSpPr>
        <p:spPr>
          <a:xfrm>
            <a:off x="9023040" y="4464360"/>
            <a:ext cx="2330280" cy="438120"/>
          </a:xfrm>
          <a:prstGeom prst="rect">
            <a:avLst/>
          </a:prstGeom>
          <a:noFill/>
          <a:ln w="0">
            <a:noFill/>
          </a:ln>
        </p:spPr>
        <p:txBody>
          <a:bodyPr lIns="0" tIns="45720" rIns="0" bIns="45720" anchor="b">
            <a:noAutofit/>
          </a:bodyPr>
          <a:lstStyle/>
          <a:p>
            <a:pPr indent="0" algn="ctr" defTabSz="914400">
              <a:lnSpc>
                <a:spcPct val="90000"/>
              </a:lnSpc>
              <a:spcBef>
                <a:spcPts val="1001"/>
              </a:spcBef>
              <a:buNone/>
              <a:tabLst>
                <a:tab pos="0" algn="l"/>
              </a:tabLst>
            </a:pPr>
            <a:r>
              <a:rPr lang="en-US" sz="1400" b="0" strike="noStrike" spc="148">
                <a:solidFill>
                  <a:schemeClr val="dk1">
                    <a:lumMod val="75000"/>
                    <a:lumOff val="25000"/>
                  </a:schemeClr>
                </a:solidFill>
                <a:latin typeface="Tenorite"/>
              </a:rPr>
              <a:t>CLICK TO EDIT</a:t>
            </a:r>
            <a:endParaRPr lang="en-US" sz="1400" b="0" strike="noStrike" spc="-1">
              <a:solidFill>
                <a:schemeClr val="dk1">
                  <a:lumMod val="75000"/>
                  <a:lumOff val="25000"/>
                </a:schemeClr>
              </a:solidFill>
              <a:latin typeface="Tenorite"/>
            </a:endParaRPr>
          </a:p>
        </p:txBody>
      </p:sp>
      <p:cxnSp>
        <p:nvCxnSpPr>
          <p:cNvPr id="144" name="Straight Connector 15">
            <a:extLst>
              <a:ext uri="{C183D7F6-B498-43B3-948B-1728B52AA6E4}">
                <adec:decorative xmlns:adec="http://schemas.microsoft.com/office/drawing/2017/decorative" val="1"/>
              </a:ext>
            </a:extLst>
          </p:cNvPr>
          <p:cNvCxnSpPr/>
          <p:nvPr/>
        </p:nvCxnSpPr>
        <p:spPr>
          <a:xfrm flipH="1">
            <a:off x="0" y="0"/>
            <a:ext cx="1238400" cy="1328400"/>
          </a:xfrm>
          <a:prstGeom prst="straightConnector1">
            <a:avLst/>
          </a:prstGeom>
          <a:ln w="3175">
            <a:solidFill>
              <a:srgbClr val="FBF4EF">
                <a:lumMod val="75000"/>
              </a:srgbClr>
            </a:solidFill>
          </a:ln>
        </p:spPr>
      </p:cxnSp>
      <p:cxnSp>
        <p:nvCxnSpPr>
          <p:cNvPr id="145" name="Straight Connector 19">
            <a:extLst>
              <a:ext uri="{C183D7F6-B498-43B3-948B-1728B52AA6E4}">
                <adec:decorative xmlns:adec="http://schemas.microsoft.com/office/drawing/2017/decorative" val="1"/>
              </a:ext>
            </a:extLst>
          </p:cNvPr>
          <p:cNvCxnSpPr/>
          <p:nvPr/>
        </p:nvCxnSpPr>
        <p:spPr>
          <a:xfrm flipH="1">
            <a:off x="0" y="0"/>
            <a:ext cx="3791160" cy="892440"/>
          </a:xfrm>
          <a:prstGeom prst="straightConnector1">
            <a:avLst/>
          </a:prstGeom>
          <a:ln>
            <a:solidFill>
              <a:srgbClr val="FBF4EF">
                <a:lumMod val="75000"/>
              </a:srgbClr>
            </a:solidFill>
          </a:ln>
        </p:spPr>
      </p:cxnSp>
      <p:sp>
        <p:nvSpPr>
          <p:cNvPr id="146" name="PlaceHolder 17"/>
          <p:cNvSpPr>
            <a:spLocks noGrp="1"/>
          </p:cNvSpPr>
          <p:nvPr>
            <p:ph type="body"/>
          </p:nvPr>
        </p:nvSpPr>
        <p:spPr>
          <a:xfrm>
            <a:off x="9023040" y="5120280"/>
            <a:ext cx="2330280" cy="852840"/>
          </a:xfrm>
          <a:prstGeom prst="rect">
            <a:avLst/>
          </a:prstGeom>
          <a:noFill/>
          <a:ln w="0">
            <a:noFill/>
          </a:ln>
        </p:spPr>
        <p:txBody>
          <a:bodyPr lIns="0" tIns="45720" rIns="0" bIns="45720" anchor="t">
            <a:normAutofit/>
          </a:bodyPr>
          <a:lstStyle/>
          <a:p>
            <a:pPr indent="0" algn="ctr"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sp>
        <p:nvSpPr>
          <p:cNvPr id="147" name="PlaceHolder 18"/>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48" name="PlaceHolder 19"/>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149" name="PlaceHolder 20"/>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60805F0E-F98F-4E65-B676-B9F592502D93}"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5477040" y="1671480"/>
            <a:ext cx="5111280" cy="1204560"/>
          </a:xfrm>
          <a:prstGeom prst="rect">
            <a:avLst/>
          </a:prstGeom>
          <a:noFill/>
          <a:ln w="0">
            <a:noFill/>
          </a:ln>
        </p:spPr>
        <p:txBody>
          <a:bodyPr lIns="91440" tIns="45720" rIns="91440" bIns="45720" anchor="b">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151" name="PlaceHolder 2"/>
          <p:cNvSpPr>
            <a:spLocks noGrp="1"/>
          </p:cNvSpPr>
          <p:nvPr>
            <p:ph type="body"/>
          </p:nvPr>
        </p:nvSpPr>
        <p:spPr>
          <a:xfrm>
            <a:off x="5477040" y="3682440"/>
            <a:ext cx="5111280" cy="1525320"/>
          </a:xfrm>
          <a:prstGeom prst="rect">
            <a:avLst/>
          </a:prstGeom>
          <a:noFill/>
          <a:ln w="0">
            <a:noFill/>
          </a:ln>
        </p:spPr>
        <p:txBody>
          <a:bodyPr lIns="91440" tIns="45720" rIns="91440" bIns="45720" anchor="b">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cxnSp>
        <p:nvCxnSpPr>
          <p:cNvPr id="152" name="Straight Connector 22"/>
          <p:cNvCxnSpPr/>
          <p:nvPr/>
        </p:nvCxnSpPr>
        <p:spPr>
          <a:xfrm flipH="1" flipV="1">
            <a:off x="0" y="876240"/>
            <a:ext cx="4762800" cy="1629000"/>
          </a:xfrm>
          <a:prstGeom prst="straightConnector1">
            <a:avLst/>
          </a:prstGeom>
          <a:ln>
            <a:solidFill>
              <a:srgbClr val="FBF4EF">
                <a:lumMod val="75000"/>
              </a:srgbClr>
            </a:solidFill>
          </a:ln>
        </p:spPr>
      </p:cxnSp>
      <p:cxnSp>
        <p:nvCxnSpPr>
          <p:cNvPr id="153" name="Straight Connector 11"/>
          <p:cNvCxnSpPr/>
          <p:nvPr/>
        </p:nvCxnSpPr>
        <p:spPr>
          <a:xfrm flipH="1" flipV="1">
            <a:off x="2638080" y="0"/>
            <a:ext cx="2124720" cy="5186520"/>
          </a:xfrm>
          <a:prstGeom prst="straightConnector1">
            <a:avLst/>
          </a:prstGeom>
          <a:ln>
            <a:solidFill>
              <a:srgbClr val="FBF4EF">
                <a:lumMod val="75000"/>
              </a:srgbClr>
            </a:solidFill>
          </a:ln>
        </p:spPr>
      </p:cxnSp>
      <p:sp>
        <p:nvSpPr>
          <p:cNvPr id="154" name="PlaceHolder 3"/>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55" name="PlaceHolder 4"/>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156" name="PlaceHolder 5"/>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BAAB4A43-C65B-410C-99C7-7EAE581B04EC}"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4267080" y="1615680"/>
            <a:ext cx="4179240" cy="15242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cap="all" spc="148">
                <a:solidFill>
                  <a:schemeClr val="dk1">
                    <a:lumMod val="75000"/>
                    <a:lumOff val="25000"/>
                  </a:schemeClr>
                </a:solidFill>
                <a:latin typeface="Tenorite"/>
              </a:rPr>
              <a:t>CLICK TO EDIT MASTER TITLE STYLE</a:t>
            </a:r>
            <a:endParaRPr lang="en-US" sz="3200" b="0" strike="noStrike" spc="-1">
              <a:solidFill>
                <a:schemeClr val="dk1"/>
              </a:solidFill>
              <a:latin typeface="Tenorite"/>
            </a:endParaRPr>
          </a:p>
        </p:txBody>
      </p:sp>
      <p:pic>
        <p:nvPicPr>
          <p:cNvPr id="158" name="Graphic 5"/>
          <p:cNvPicPr/>
          <p:nvPr/>
        </p:nvPicPr>
        <p:blipFill>
          <a:blip>
            <a:extLst>
              <a:ext uri="{96DAC541-7B7A-43D3-8B79-37D633B846F1}">
                <asvg:svgBlip xmlns:asvg="http://schemas.microsoft.com/office/drawing/2016/SVG/main" r:embed="rId3"/>
              </a:ext>
            </a:extLst>
          </a:blip>
          <a:stretch/>
        </p:blipFill>
        <p:spPr>
          <a:xfrm>
            <a:off x="0" y="0"/>
            <a:ext cx="3176640" cy="6857640"/>
          </a:xfrm>
          <a:prstGeom prst="rect">
            <a:avLst/>
          </a:prstGeom>
          <a:ln w="0">
            <a:noFill/>
          </a:ln>
        </p:spPr>
      </p:pic>
      <p:sp>
        <p:nvSpPr>
          <p:cNvPr id="159" name="PlaceHolder 2"/>
          <p:cNvSpPr>
            <a:spLocks noGrp="1"/>
          </p:cNvSpPr>
          <p:nvPr>
            <p:ph type="dt" idx="28"/>
          </p:nvPr>
        </p:nvSpPr>
        <p:spPr>
          <a:xfrm>
            <a:off x="4267080" y="6356520"/>
            <a:ext cx="177408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60" name="PlaceHolder 3"/>
          <p:cNvSpPr>
            <a:spLocks noGrp="1"/>
          </p:cNvSpPr>
          <p:nvPr>
            <p:ph type="ftr" idx="29"/>
          </p:nvPr>
        </p:nvSpPr>
        <p:spPr>
          <a:xfrm>
            <a:off x="6479640" y="6356520"/>
            <a:ext cx="2661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161" name="PlaceHolder 4"/>
          <p:cNvSpPr>
            <a:spLocks noGrp="1"/>
          </p:cNvSpPr>
          <p:nvPr>
            <p:ph type="sldNum" idx="30"/>
          </p:nvPr>
        </p:nvSpPr>
        <p:spPr>
          <a:xfrm>
            <a:off x="9579600" y="6356520"/>
            <a:ext cx="177408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25D7E097-46DA-4D41-9637-43FF4ABB38EC}"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4" name="Graphic 7"/>
          <p:cNvPicPr/>
          <p:nvPr/>
        </p:nvPicPr>
        <p:blipFill>
          <a:blip>
            <a:extLst>
              <a:ext uri="{96DAC541-7B7A-43D3-8B79-37D633B846F1}">
                <asvg:svgBlip xmlns:asvg="http://schemas.microsoft.com/office/drawing/2016/SVG/main" r:embed="rId3"/>
              </a:ext>
            </a:extLst>
          </a:blip>
          <a:stretch/>
        </p:blipFill>
        <p:spPr>
          <a:xfrm>
            <a:off x="5488920" y="0"/>
            <a:ext cx="6702840" cy="6857640"/>
          </a:xfrm>
          <a:prstGeom prst="rect">
            <a:avLst/>
          </a:prstGeom>
          <a:ln w="0">
            <a:noFill/>
          </a:ln>
        </p:spPr>
      </p:pic>
      <p:sp>
        <p:nvSpPr>
          <p:cNvPr id="165" name="PlaceHolder 1"/>
          <p:cNvSpPr>
            <a:spLocks noGrp="1"/>
          </p:cNvSpPr>
          <p:nvPr>
            <p:ph type="title"/>
          </p:nvPr>
        </p:nvSpPr>
        <p:spPr>
          <a:xfrm>
            <a:off x="1333440" y="1020600"/>
            <a:ext cx="3171600" cy="1325160"/>
          </a:xfrm>
          <a:prstGeom prst="rect">
            <a:avLst/>
          </a:prstGeom>
          <a:noFill/>
          <a:ln w="0">
            <a:noFill/>
          </a:ln>
        </p:spPr>
        <p:txBody>
          <a:bodyPr lIns="91440" tIns="45720" rIns="91440" bIns="45720" anchor="b">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166" name="PlaceHolder 2"/>
          <p:cNvSpPr>
            <a:spLocks noGrp="1"/>
          </p:cNvSpPr>
          <p:nvPr>
            <p:ph type="body"/>
          </p:nvPr>
        </p:nvSpPr>
        <p:spPr>
          <a:xfrm>
            <a:off x="1333440" y="2924280"/>
            <a:ext cx="3171600" cy="2518920"/>
          </a:xfrm>
          <a:prstGeom prst="rect">
            <a:avLst/>
          </a:prstGeom>
          <a:noFill/>
          <a:ln w="0">
            <a:noFill/>
          </a:ln>
        </p:spPr>
        <p:txBody>
          <a:bodyPr lIns="91440" tIns="45720" rIns="91440" bIns="45720" anchor="t">
            <a:normAutofit/>
          </a:bodyPr>
          <a:lstStyle/>
          <a:p>
            <a:pPr indent="0" defTabSz="914400">
              <a:lnSpc>
                <a:spcPct val="120000"/>
              </a:lnSpc>
              <a:spcBef>
                <a:spcPts val="1001"/>
              </a:spcBef>
              <a:buNone/>
              <a:tabLst>
                <a:tab pos="0" algn="l"/>
              </a:tabLst>
            </a:pPr>
            <a:r>
              <a:rPr lang="en-US" sz="1400" b="0" strike="noStrike" spc="-1">
                <a:solidFill>
                  <a:schemeClr val="dk1">
                    <a:lumMod val="75000"/>
                    <a:lumOff val="25000"/>
                  </a:schemeClr>
                </a:solidFill>
                <a:latin typeface="Tenorite"/>
              </a:rPr>
              <a:t>Click to edit Master text styles</a:t>
            </a:r>
          </a:p>
          <a:p>
            <a:pPr marL="457200" indent="0" defTabSz="914400">
              <a:lnSpc>
                <a:spcPct val="120000"/>
              </a:lnSpc>
              <a:spcBef>
                <a:spcPts val="1001"/>
              </a:spcBef>
              <a:buNone/>
              <a:tabLst>
                <a:tab pos="0" algn="l"/>
              </a:tabLst>
            </a:pPr>
            <a:r>
              <a:rPr lang="en-US" sz="1400" b="0" strike="noStrike" spc="-1">
                <a:solidFill>
                  <a:schemeClr val="dk1">
                    <a:lumMod val="75000"/>
                    <a:lumOff val="25000"/>
                  </a:schemeClr>
                </a:solidFill>
                <a:latin typeface="Tenorite"/>
              </a:rPr>
              <a:t>Second level</a:t>
            </a:r>
          </a:p>
          <a:p>
            <a:pPr marL="914400" indent="0" defTabSz="914400">
              <a:lnSpc>
                <a:spcPct val="120000"/>
              </a:lnSpc>
              <a:spcBef>
                <a:spcPts val="1001"/>
              </a:spcBef>
              <a:buNone/>
              <a:tabLst>
                <a:tab pos="0" algn="l"/>
              </a:tabLst>
            </a:pPr>
            <a:r>
              <a:rPr lang="en-US" sz="1400" b="0" strike="noStrike" spc="-1">
                <a:solidFill>
                  <a:schemeClr val="dk1">
                    <a:lumMod val="75000"/>
                    <a:lumOff val="25000"/>
                  </a:schemeClr>
                </a:solidFill>
                <a:latin typeface="Tenorite"/>
              </a:rPr>
              <a:t>Third level</a:t>
            </a:r>
          </a:p>
          <a:p>
            <a:pPr marL="1371600" indent="0" defTabSz="914400">
              <a:lnSpc>
                <a:spcPct val="120000"/>
              </a:lnSpc>
              <a:spcBef>
                <a:spcPts val="1001"/>
              </a:spcBef>
              <a:buNone/>
              <a:tabLst>
                <a:tab pos="0" algn="l"/>
              </a:tabLst>
            </a:pPr>
            <a:r>
              <a:rPr lang="en-US" sz="1400" b="0" strike="noStrike" spc="-1">
                <a:solidFill>
                  <a:schemeClr val="dk1">
                    <a:lumMod val="75000"/>
                    <a:lumOff val="25000"/>
                  </a:schemeClr>
                </a:solidFill>
                <a:latin typeface="Tenorite"/>
              </a:rPr>
              <a:t>Fourth level</a:t>
            </a:r>
          </a:p>
          <a:p>
            <a:pPr marL="1828800" indent="0" defTabSz="914400">
              <a:lnSpc>
                <a:spcPct val="120000"/>
              </a:lnSpc>
              <a:spcBef>
                <a:spcPts val="1001"/>
              </a:spcBef>
              <a:buNone/>
              <a:tabLst>
                <a:tab pos="0" algn="l"/>
              </a:tabLst>
            </a:pPr>
            <a:r>
              <a:rPr lang="en-US" sz="1400" b="0" strike="noStrike" spc="-1">
                <a:solidFill>
                  <a:schemeClr val="dk1">
                    <a:lumMod val="75000"/>
                    <a:lumOff val="25000"/>
                  </a:schemeClr>
                </a:solidFill>
                <a:latin typeface="Tenorite"/>
              </a:rPr>
              <a:t>Fifth level</a:t>
            </a:r>
          </a:p>
        </p:txBody>
      </p:sp>
      <p:sp>
        <p:nvSpPr>
          <p:cNvPr id="167" name="PlaceHolder 3"/>
          <p:cNvSpPr>
            <a:spLocks noGrp="1"/>
          </p:cNvSpPr>
          <p:nvPr>
            <p:ph type="dt" idx="31"/>
          </p:nvPr>
        </p:nvSpPr>
        <p:spPr>
          <a:xfrm>
            <a:off x="1333440" y="6356520"/>
            <a:ext cx="98496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68" name="PlaceHolder 4"/>
          <p:cNvSpPr>
            <a:spLocks noGrp="1"/>
          </p:cNvSpPr>
          <p:nvPr>
            <p:ph type="ftr" idx="32"/>
          </p:nvPr>
        </p:nvSpPr>
        <p:spPr>
          <a:xfrm>
            <a:off x="2669760" y="6356520"/>
            <a:ext cx="248256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169" name="PlaceHolder 5"/>
          <p:cNvSpPr>
            <a:spLocks noGrp="1"/>
          </p:cNvSpPr>
          <p:nvPr>
            <p:ph type="sldNum" idx="33"/>
          </p:nvPr>
        </p:nvSpPr>
        <p:spPr>
          <a:xfrm>
            <a:off x="5536440" y="6356520"/>
            <a:ext cx="98712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499E938E-A1D0-4FD9-85AA-27A5A131A17F}"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 name="Graphic 10">
            <a:extLst>
              <a:ext uri="{C183D7F6-B498-43B3-948B-1728B52AA6E4}">
                <adec:decorative xmlns:adec="http://schemas.microsoft.com/office/drawing/2017/decorative" val="1"/>
              </a:ext>
            </a:extLst>
          </p:cNvPr>
          <p:cNvSpPr/>
          <p:nvPr/>
        </p:nvSpPr>
        <p:spPr>
          <a:xfrm>
            <a:off x="2113920" y="0"/>
            <a:ext cx="10077840" cy="6857640"/>
          </a:xfrm>
          <a:custGeom>
            <a:avLst/>
            <a:gdLst>
              <a:gd name="textAreaLeft" fmla="*/ 0 w 10077840"/>
              <a:gd name="textAreaRight" fmla="*/ 10078200 w 10077840"/>
              <a:gd name="textAreaTop" fmla="*/ 0 h 6857640"/>
              <a:gd name="textAreaBottom" fmla="*/ 6858000 h 6857640"/>
            </a:gdLst>
            <a:ahLst/>
            <a:cxnLst/>
            <a:rect l="textAreaLeft" t="textAreaTop" r="textAreaRight" b="textAreaBottom"/>
            <a:pathLst>
              <a:path w="10078116" h="6858000">
                <a:moveTo>
                  <a:pt x="3793236" y="6858000"/>
                </a:moveTo>
                <a:lnTo>
                  <a:pt x="0" y="0"/>
                </a:lnTo>
                <a:lnTo>
                  <a:pt x="10078116" y="0"/>
                </a:lnTo>
                <a:lnTo>
                  <a:pt x="10078116" y="6858000"/>
                </a:lnTo>
                <a:close/>
              </a:path>
            </a:pathLst>
          </a:custGeom>
          <a:solidFill>
            <a:schemeClr val="accent1"/>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800" b="0" strike="noStrike" spc="-1">
              <a:solidFill>
                <a:schemeClr val="dk1"/>
              </a:solidFill>
              <a:latin typeface="Tenorite"/>
            </a:endParaRPr>
          </a:p>
        </p:txBody>
      </p:sp>
      <p:sp>
        <p:nvSpPr>
          <p:cNvPr id="173" name="PlaceHolder 1"/>
          <p:cNvSpPr>
            <a:spLocks noGrp="1"/>
          </p:cNvSpPr>
          <p:nvPr>
            <p:ph type="title"/>
          </p:nvPr>
        </p:nvSpPr>
        <p:spPr>
          <a:xfrm>
            <a:off x="838080" y="5509440"/>
            <a:ext cx="4081680" cy="585360"/>
          </a:xfrm>
          <a:prstGeom prst="rect">
            <a:avLst/>
          </a:prstGeom>
          <a:noFill/>
          <a:ln w="0">
            <a:noFill/>
          </a:ln>
        </p:spPr>
        <p:txBody>
          <a:bodyPr lIns="91440" tIns="45720" rIns="91440" bIns="45720" anchor="ctr">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TITLE</a:t>
            </a:r>
            <a:endParaRPr lang="en-US" sz="2800" b="0" strike="noStrike" spc="-1">
              <a:solidFill>
                <a:schemeClr val="dk1"/>
              </a:solidFill>
              <a:latin typeface="Tenorite"/>
            </a:endParaRPr>
          </a:p>
        </p:txBody>
      </p:sp>
      <p:sp>
        <p:nvSpPr>
          <p:cNvPr id="174" name="PlaceHolder 2"/>
          <p:cNvSpPr>
            <a:spLocks noGrp="1"/>
          </p:cNvSpPr>
          <p:nvPr>
            <p:ph type="body"/>
          </p:nvPr>
        </p:nvSpPr>
        <p:spPr>
          <a:xfrm>
            <a:off x="148320" y="1481040"/>
            <a:ext cx="21412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0" strike="noStrike" cap="all" spc="148">
                <a:solidFill>
                  <a:schemeClr val="dk1">
                    <a:lumMod val="75000"/>
                    <a:lumOff val="25000"/>
                  </a:schemeClr>
                </a:solidFill>
                <a:latin typeface="Tenorite"/>
              </a:rPr>
              <a:t>CLICK TO EDIT MASTER TEXT STYLES</a:t>
            </a:r>
            <a:endParaRPr lang="en-US" sz="1600" b="0" strike="noStrike" spc="-1">
              <a:solidFill>
                <a:schemeClr val="dk1">
                  <a:lumMod val="75000"/>
                  <a:lumOff val="25000"/>
                </a:schemeClr>
              </a:solidFill>
              <a:latin typeface="Tenorite"/>
            </a:endParaRPr>
          </a:p>
        </p:txBody>
      </p:sp>
      <p:sp>
        <p:nvSpPr>
          <p:cNvPr id="175" name="PlaceHolder 3"/>
          <p:cNvSpPr>
            <a:spLocks noGrp="1"/>
          </p:cNvSpPr>
          <p:nvPr>
            <p:ph type="body"/>
          </p:nvPr>
        </p:nvSpPr>
        <p:spPr>
          <a:xfrm>
            <a:off x="714240" y="2557440"/>
            <a:ext cx="21412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0" strike="noStrike" cap="all" spc="148">
                <a:solidFill>
                  <a:schemeClr val="dk1">
                    <a:lumMod val="75000"/>
                    <a:lumOff val="25000"/>
                  </a:schemeClr>
                </a:solidFill>
                <a:latin typeface="Tenorite"/>
              </a:rPr>
              <a:t>CLICK TO EDIT MASTER TEXT STYLES</a:t>
            </a:r>
            <a:endParaRPr lang="en-US" sz="1600" b="0" strike="noStrike" spc="-1">
              <a:solidFill>
                <a:schemeClr val="dk1">
                  <a:lumMod val="75000"/>
                  <a:lumOff val="25000"/>
                </a:schemeClr>
              </a:solidFill>
              <a:latin typeface="Tenorite"/>
            </a:endParaRPr>
          </a:p>
        </p:txBody>
      </p:sp>
      <p:sp>
        <p:nvSpPr>
          <p:cNvPr id="176" name="PlaceHolder 4"/>
          <p:cNvSpPr>
            <a:spLocks noGrp="1"/>
          </p:cNvSpPr>
          <p:nvPr>
            <p:ph type="body"/>
          </p:nvPr>
        </p:nvSpPr>
        <p:spPr>
          <a:xfrm>
            <a:off x="1320840" y="3633840"/>
            <a:ext cx="21412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0" strike="noStrike" cap="all" spc="148">
                <a:solidFill>
                  <a:schemeClr val="dk1">
                    <a:lumMod val="75000"/>
                    <a:lumOff val="25000"/>
                  </a:schemeClr>
                </a:solidFill>
                <a:latin typeface="Tenorite"/>
              </a:rPr>
              <a:t>CLICK TO EDIT MASTER TEXT STYLES</a:t>
            </a:r>
            <a:endParaRPr lang="en-US" sz="1600" b="0" strike="noStrike" spc="-1">
              <a:solidFill>
                <a:schemeClr val="dk1">
                  <a:lumMod val="75000"/>
                  <a:lumOff val="25000"/>
                </a:schemeClr>
              </a:solidFill>
              <a:latin typeface="Tenorite"/>
            </a:endParaRPr>
          </a:p>
        </p:txBody>
      </p:sp>
      <p:sp>
        <p:nvSpPr>
          <p:cNvPr id="177" name="PlaceHolder 5"/>
          <p:cNvSpPr>
            <a:spLocks noGrp="1"/>
          </p:cNvSpPr>
          <p:nvPr>
            <p:ph type="body"/>
          </p:nvPr>
        </p:nvSpPr>
        <p:spPr>
          <a:xfrm>
            <a:off x="1905120" y="4710240"/>
            <a:ext cx="21412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0" strike="noStrike" cap="all" spc="148">
                <a:solidFill>
                  <a:schemeClr val="dk1">
                    <a:lumMod val="75000"/>
                    <a:lumOff val="25000"/>
                  </a:schemeClr>
                </a:solidFill>
                <a:latin typeface="Tenorite"/>
              </a:rPr>
              <a:t>CLICK TO EDIT MASTER TEXT STYLES</a:t>
            </a:r>
            <a:endParaRPr lang="en-US" sz="1600" b="0" strike="noStrike" spc="-1">
              <a:solidFill>
                <a:schemeClr val="dk1">
                  <a:lumMod val="75000"/>
                  <a:lumOff val="25000"/>
                </a:schemeClr>
              </a:solidFill>
              <a:latin typeface="Tenorite"/>
            </a:endParaRPr>
          </a:p>
        </p:txBody>
      </p:sp>
      <p:sp>
        <p:nvSpPr>
          <p:cNvPr id="178" name="PlaceHolder 6"/>
          <p:cNvSpPr>
            <a:spLocks noGrp="1"/>
          </p:cNvSpPr>
          <p:nvPr>
            <p:ph type="body"/>
          </p:nvPr>
        </p:nvSpPr>
        <p:spPr>
          <a:xfrm>
            <a:off x="4401360" y="1594440"/>
            <a:ext cx="5538600" cy="101052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a:t>
            </a:r>
            <a:endParaRPr lang="en-US" sz="1400" b="0" strike="noStrike" spc="-1">
              <a:solidFill>
                <a:schemeClr val="dk1">
                  <a:lumMod val="75000"/>
                  <a:lumOff val="25000"/>
                </a:schemeClr>
              </a:solidFill>
              <a:latin typeface="Tenorite"/>
            </a:endParaRPr>
          </a:p>
        </p:txBody>
      </p:sp>
      <p:sp>
        <p:nvSpPr>
          <p:cNvPr id="179" name="PlaceHolder 7"/>
          <p:cNvSpPr>
            <a:spLocks noGrp="1"/>
          </p:cNvSpPr>
          <p:nvPr>
            <p:ph type="body"/>
          </p:nvPr>
        </p:nvSpPr>
        <p:spPr>
          <a:xfrm>
            <a:off x="4986000" y="2682720"/>
            <a:ext cx="5538600" cy="101052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a:t>
            </a:r>
            <a:endParaRPr lang="en-US" sz="1400" b="0" strike="noStrike" spc="-1">
              <a:solidFill>
                <a:schemeClr val="dk1">
                  <a:lumMod val="75000"/>
                  <a:lumOff val="25000"/>
                </a:schemeClr>
              </a:solidFill>
              <a:latin typeface="Tenorite"/>
            </a:endParaRPr>
          </a:p>
        </p:txBody>
      </p:sp>
      <p:sp>
        <p:nvSpPr>
          <p:cNvPr id="180" name="PlaceHolder 8"/>
          <p:cNvSpPr>
            <a:spLocks noGrp="1"/>
          </p:cNvSpPr>
          <p:nvPr>
            <p:ph type="body"/>
          </p:nvPr>
        </p:nvSpPr>
        <p:spPr>
          <a:xfrm>
            <a:off x="5576760" y="3755520"/>
            <a:ext cx="5538600" cy="101052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a:t>
            </a:r>
            <a:endParaRPr lang="en-US" sz="1400" b="0" strike="noStrike" spc="-1">
              <a:solidFill>
                <a:schemeClr val="dk1">
                  <a:lumMod val="75000"/>
                  <a:lumOff val="25000"/>
                </a:schemeClr>
              </a:solidFill>
              <a:latin typeface="Tenorite"/>
            </a:endParaRPr>
          </a:p>
        </p:txBody>
      </p:sp>
      <p:sp>
        <p:nvSpPr>
          <p:cNvPr id="181" name="PlaceHolder 9"/>
          <p:cNvSpPr>
            <a:spLocks noGrp="1"/>
          </p:cNvSpPr>
          <p:nvPr>
            <p:ph type="body"/>
          </p:nvPr>
        </p:nvSpPr>
        <p:spPr>
          <a:xfrm>
            <a:off x="6175440" y="4824360"/>
            <a:ext cx="5538600" cy="101052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a:t>
            </a:r>
            <a:endParaRPr lang="en-US" sz="1400" b="0" strike="noStrike" spc="-1">
              <a:solidFill>
                <a:schemeClr val="dk1">
                  <a:lumMod val="75000"/>
                  <a:lumOff val="25000"/>
                </a:schemeClr>
              </a:solidFill>
              <a:latin typeface="Tenorite"/>
            </a:endParaRPr>
          </a:p>
        </p:txBody>
      </p:sp>
      <p:cxnSp>
        <p:nvCxnSpPr>
          <p:cNvPr id="182" name="Straight Connector 2">
            <a:extLst>
              <a:ext uri="{C183D7F6-B498-43B3-948B-1728B52AA6E4}">
                <adec:decorative xmlns:adec="http://schemas.microsoft.com/office/drawing/2017/decorative" val="1"/>
              </a:ext>
            </a:extLst>
          </p:cNvPr>
          <p:cNvCxnSpPr/>
          <p:nvPr/>
        </p:nvCxnSpPr>
        <p:spPr>
          <a:xfrm>
            <a:off x="4353480" y="5023800"/>
            <a:ext cx="1513440" cy="360"/>
          </a:xfrm>
          <a:prstGeom prst="straightConnector1">
            <a:avLst/>
          </a:prstGeom>
          <a:ln>
            <a:solidFill>
              <a:srgbClr val="FBF4EF">
                <a:lumMod val="75000"/>
              </a:srgbClr>
            </a:solidFill>
          </a:ln>
        </p:spPr>
      </p:cxnSp>
      <p:cxnSp>
        <p:nvCxnSpPr>
          <p:cNvPr id="183" name="Straight Connector 3">
            <a:extLst>
              <a:ext uri="{C183D7F6-B498-43B3-948B-1728B52AA6E4}">
                <adec:decorative xmlns:adec="http://schemas.microsoft.com/office/drawing/2017/decorative" val="1"/>
              </a:ext>
            </a:extLst>
          </p:cNvPr>
          <p:cNvCxnSpPr/>
          <p:nvPr/>
        </p:nvCxnSpPr>
        <p:spPr>
          <a:xfrm>
            <a:off x="3759840" y="3948120"/>
            <a:ext cx="1513440" cy="360"/>
          </a:xfrm>
          <a:prstGeom prst="straightConnector1">
            <a:avLst/>
          </a:prstGeom>
          <a:ln>
            <a:solidFill>
              <a:srgbClr val="FBF4EF">
                <a:lumMod val="75000"/>
              </a:srgbClr>
            </a:solidFill>
          </a:ln>
        </p:spPr>
      </p:cxnSp>
      <p:cxnSp>
        <p:nvCxnSpPr>
          <p:cNvPr id="184" name="Straight Connector 7">
            <a:extLst>
              <a:ext uri="{C183D7F6-B498-43B3-948B-1728B52AA6E4}">
                <adec:decorative xmlns:adec="http://schemas.microsoft.com/office/drawing/2017/decorative" val="1"/>
              </a:ext>
            </a:extLst>
          </p:cNvPr>
          <p:cNvCxnSpPr/>
          <p:nvPr/>
        </p:nvCxnSpPr>
        <p:spPr>
          <a:xfrm>
            <a:off x="3173400" y="2872440"/>
            <a:ext cx="1513440" cy="360"/>
          </a:xfrm>
          <a:prstGeom prst="straightConnector1">
            <a:avLst/>
          </a:prstGeom>
          <a:ln>
            <a:solidFill>
              <a:srgbClr val="FBF4EF">
                <a:lumMod val="75000"/>
              </a:srgbClr>
            </a:solidFill>
          </a:ln>
        </p:spPr>
      </p:cxnSp>
      <p:cxnSp>
        <p:nvCxnSpPr>
          <p:cNvPr id="185" name="Straight Connector 8">
            <a:extLst>
              <a:ext uri="{C183D7F6-B498-43B3-948B-1728B52AA6E4}">
                <adec:decorative xmlns:adec="http://schemas.microsoft.com/office/drawing/2017/decorative" val="1"/>
              </a:ext>
            </a:extLst>
          </p:cNvPr>
          <p:cNvCxnSpPr/>
          <p:nvPr/>
        </p:nvCxnSpPr>
        <p:spPr>
          <a:xfrm>
            <a:off x="2586240" y="1796040"/>
            <a:ext cx="1513440" cy="360"/>
          </a:xfrm>
          <a:prstGeom prst="straightConnector1">
            <a:avLst/>
          </a:prstGeom>
          <a:ln>
            <a:solidFill>
              <a:srgbClr val="FBF4EF">
                <a:lumMod val="75000"/>
              </a:srgbClr>
            </a:solidFill>
          </a:ln>
        </p:spPr>
      </p:cxnSp>
      <p:sp>
        <p:nvSpPr>
          <p:cNvPr id="186" name="PlaceHolder 10"/>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solidFill>
                <a:latin typeface="Tenorite"/>
              </a:defRPr>
            </a:lvl1pPr>
          </a:lstStyle>
          <a:p>
            <a:pPr indent="0" defTabSz="914400">
              <a:lnSpc>
                <a:spcPct val="100000"/>
              </a:lnSpc>
              <a:buNone/>
            </a:pPr>
            <a:r>
              <a:rPr lang="en-US" sz="900" b="0" strike="noStrike" spc="-1">
                <a:solidFill>
                  <a:schemeClr val="dk1"/>
                </a:solidFill>
                <a:latin typeface="Tenorite"/>
              </a:rPr>
              <a:t>&lt;date/time&gt;</a:t>
            </a:r>
            <a:endParaRPr lang="en-US" sz="900" b="0" strike="noStrike" spc="-1">
              <a:solidFill>
                <a:srgbClr val="000000"/>
              </a:solidFill>
              <a:latin typeface="Times New Roman"/>
            </a:endParaRPr>
          </a:p>
        </p:txBody>
      </p:sp>
      <p:sp>
        <p:nvSpPr>
          <p:cNvPr id="187" name="PlaceHolder 11"/>
          <p:cNvSpPr>
            <a:spLocks noGrp="1"/>
          </p:cNvSpPr>
          <p:nvPr>
            <p:ph type="ftr" idx="35"/>
          </p:nvPr>
        </p:nvSpPr>
        <p:spPr>
          <a:xfrm>
            <a:off x="6156000" y="6356520"/>
            <a:ext cx="180828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188" name="PlaceHolder 12"/>
          <p:cNvSpPr>
            <a:spLocks noGrp="1"/>
          </p:cNvSpPr>
          <p:nvPr>
            <p:ph type="sldNum" idx="36"/>
          </p:nvPr>
        </p:nvSpPr>
        <p:spPr>
          <a:xfrm>
            <a:off x="10810800" y="6356520"/>
            <a:ext cx="54252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D086DCE6-6C58-4B4C-9821-6D9059E9AC06}"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89"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190" name="PlaceHolder 2"/>
          <p:cNvSpPr>
            <a:spLocks noGrp="1"/>
          </p:cNvSpPr>
          <p:nvPr>
            <p:ph type="body"/>
          </p:nvPr>
        </p:nvSpPr>
        <p:spPr>
          <a:xfrm>
            <a:off x="1486080" y="2563200"/>
            <a:ext cx="4031640" cy="36468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191" name="PlaceHolder 3"/>
          <p:cNvSpPr>
            <a:spLocks noGrp="1"/>
          </p:cNvSpPr>
          <p:nvPr>
            <p:ph type="body"/>
          </p:nvPr>
        </p:nvSpPr>
        <p:spPr>
          <a:xfrm>
            <a:off x="1485720" y="3070440"/>
            <a:ext cx="4030560" cy="105696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192" name="PlaceHolder 4"/>
          <p:cNvSpPr>
            <a:spLocks noGrp="1"/>
          </p:cNvSpPr>
          <p:nvPr>
            <p:ph type="body"/>
          </p:nvPr>
        </p:nvSpPr>
        <p:spPr>
          <a:xfrm>
            <a:off x="6672960" y="2563200"/>
            <a:ext cx="403164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193" name="PlaceHolder 5"/>
          <p:cNvSpPr>
            <a:spLocks noGrp="1"/>
          </p:cNvSpPr>
          <p:nvPr>
            <p:ph type="body"/>
          </p:nvPr>
        </p:nvSpPr>
        <p:spPr>
          <a:xfrm>
            <a:off x="6673320" y="3070440"/>
            <a:ext cx="4030560" cy="105696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194" name="PlaceHolder 6"/>
          <p:cNvSpPr>
            <a:spLocks noGrp="1"/>
          </p:cNvSpPr>
          <p:nvPr>
            <p:ph type="body"/>
          </p:nvPr>
        </p:nvSpPr>
        <p:spPr>
          <a:xfrm>
            <a:off x="1485720" y="4319280"/>
            <a:ext cx="403164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195" name="PlaceHolder 7"/>
          <p:cNvSpPr>
            <a:spLocks noGrp="1"/>
          </p:cNvSpPr>
          <p:nvPr>
            <p:ph type="body"/>
          </p:nvPr>
        </p:nvSpPr>
        <p:spPr>
          <a:xfrm>
            <a:off x="1486440" y="4826520"/>
            <a:ext cx="4030560" cy="105696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196" name="PlaceHolder 8"/>
          <p:cNvSpPr>
            <a:spLocks noGrp="1"/>
          </p:cNvSpPr>
          <p:nvPr>
            <p:ph type="body"/>
          </p:nvPr>
        </p:nvSpPr>
        <p:spPr>
          <a:xfrm>
            <a:off x="6672600" y="4319280"/>
            <a:ext cx="403164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197" name="PlaceHolder 9"/>
          <p:cNvSpPr>
            <a:spLocks noGrp="1"/>
          </p:cNvSpPr>
          <p:nvPr>
            <p:ph type="body"/>
          </p:nvPr>
        </p:nvSpPr>
        <p:spPr>
          <a:xfrm>
            <a:off x="6673320" y="4826520"/>
            <a:ext cx="4030560" cy="1056960"/>
          </a:xfrm>
          <a:prstGeom prst="rect">
            <a:avLst/>
          </a:prstGeom>
          <a:noFill/>
          <a:ln w="0">
            <a:noFill/>
          </a:ln>
        </p:spPr>
        <p:txBody>
          <a:bodyPr lIns="91440" tIns="45720" rIns="91440" bIns="45720" anchor="t">
            <a:normAutofit/>
          </a:bodyPr>
          <a:lstStyle/>
          <a:p>
            <a:pPr indent="0" algn="ctr"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198" name="PlaceHolder 10"/>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199" name="PlaceHolder 11"/>
          <p:cNvSpPr>
            <a:spLocks noGrp="1"/>
          </p:cNvSpPr>
          <p:nvPr>
            <p:ph type="ftr" idx="38"/>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00" name="PlaceHolder 12"/>
          <p:cNvSpPr>
            <a:spLocks noGrp="1"/>
          </p:cNvSpPr>
          <p:nvPr>
            <p:ph type="sldNum" idx="3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76480F27-14F8-4B35-84B6-38658789922C}"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cxnSp>
        <p:nvCxnSpPr>
          <p:cNvPr id="201" name="Straight Connector 1">
            <a:extLst>
              <a:ext uri="{C183D7F6-B498-43B3-948B-1728B52AA6E4}">
                <adec:decorative xmlns:adec="http://schemas.microsoft.com/office/drawing/2017/decorative" val="1"/>
              </a:ext>
            </a:extLst>
          </p:cNvPr>
          <p:cNvCxnSpPr/>
          <p:nvPr/>
        </p:nvCxnSpPr>
        <p:spPr>
          <a:xfrm>
            <a:off x="8688240" y="0"/>
            <a:ext cx="3503880" cy="2352960"/>
          </a:xfrm>
          <a:prstGeom prst="straightConnector1">
            <a:avLst/>
          </a:prstGeom>
          <a:ln>
            <a:solidFill>
              <a:srgbClr val="FBF4EF"/>
            </a:solidFill>
          </a:ln>
        </p:spPr>
      </p:cxnSp>
      <p:cxnSp>
        <p:nvCxnSpPr>
          <p:cNvPr id="202" name="Straight Connector 5">
            <a:extLst>
              <a:ext uri="{C183D7F6-B498-43B3-948B-1728B52AA6E4}">
                <adec:decorative xmlns:adec="http://schemas.microsoft.com/office/drawing/2017/decorative" val="1"/>
              </a:ext>
            </a:extLst>
          </p:cNvPr>
          <p:cNvCxnSpPr/>
          <p:nvPr/>
        </p:nvCxnSpPr>
        <p:spPr>
          <a:xfrm>
            <a:off x="9720720" y="0"/>
            <a:ext cx="2471400" cy="2699280"/>
          </a:xfrm>
          <a:prstGeom prst="straightConnector1">
            <a:avLst/>
          </a:prstGeom>
          <a:ln>
            <a:solidFill>
              <a:srgbClr val="FBF4EF"/>
            </a:solidFill>
          </a:ln>
        </p:spPr>
      </p:cxnSp>
      <p:pic>
        <p:nvPicPr>
          <p:cNvPr id="203" name="Graphic 6">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3"/>
              </a:ext>
            </a:extLst>
          </a:blip>
          <a:stretch/>
        </p:blipFill>
        <p:spPr>
          <a:xfrm>
            <a:off x="0" y="474120"/>
            <a:ext cx="2057040" cy="1647360"/>
          </a:xfrm>
          <a:prstGeom prst="rect">
            <a:avLst/>
          </a:prstGeom>
          <a:ln w="0">
            <a:noFill/>
          </a:ln>
        </p:spPr>
      </p:pic>
      <p:pic>
        <p:nvPicPr>
          <p:cNvPr id="204" name="Graphic 7">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4"/>
              </a:ext>
            </a:extLst>
          </a:blip>
          <a:stretch/>
        </p:blipFill>
        <p:spPr>
          <a:xfrm>
            <a:off x="11049120" y="5180760"/>
            <a:ext cx="1142640" cy="9140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1508760" y="4156560"/>
            <a:ext cx="3139200" cy="1325160"/>
          </a:xfrm>
          <a:prstGeom prst="rect">
            <a:avLst/>
          </a:prstGeom>
          <a:noFill/>
          <a:ln w="0">
            <a:noFill/>
          </a:ln>
        </p:spPr>
        <p:txBody>
          <a:bodyPr lIns="91440" tIns="45720" rIns="91440" bIns="45720" anchor="b">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206" name="PlaceHolder 2"/>
          <p:cNvSpPr>
            <a:spLocks noGrp="1"/>
          </p:cNvSpPr>
          <p:nvPr>
            <p:ph type="body"/>
          </p:nvPr>
        </p:nvSpPr>
        <p:spPr>
          <a:xfrm>
            <a:off x="5922360" y="153072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07" name="PlaceHolder 3"/>
          <p:cNvSpPr>
            <a:spLocks noGrp="1"/>
          </p:cNvSpPr>
          <p:nvPr>
            <p:ph type="body"/>
          </p:nvPr>
        </p:nvSpPr>
        <p:spPr>
          <a:xfrm>
            <a:off x="5922000" y="186012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08" name="PlaceHolder 4"/>
          <p:cNvSpPr>
            <a:spLocks noGrp="1"/>
          </p:cNvSpPr>
          <p:nvPr>
            <p:ph type="body"/>
          </p:nvPr>
        </p:nvSpPr>
        <p:spPr>
          <a:xfrm>
            <a:off x="5922360" y="263052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09" name="PlaceHolder 5"/>
          <p:cNvSpPr>
            <a:spLocks noGrp="1"/>
          </p:cNvSpPr>
          <p:nvPr>
            <p:ph type="body"/>
          </p:nvPr>
        </p:nvSpPr>
        <p:spPr>
          <a:xfrm>
            <a:off x="5922000" y="295992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10" name="PlaceHolder 6"/>
          <p:cNvSpPr>
            <a:spLocks noGrp="1"/>
          </p:cNvSpPr>
          <p:nvPr>
            <p:ph type="body"/>
          </p:nvPr>
        </p:nvSpPr>
        <p:spPr>
          <a:xfrm>
            <a:off x="5922360" y="373032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11" name="PlaceHolder 7"/>
          <p:cNvSpPr>
            <a:spLocks noGrp="1"/>
          </p:cNvSpPr>
          <p:nvPr>
            <p:ph type="body"/>
          </p:nvPr>
        </p:nvSpPr>
        <p:spPr>
          <a:xfrm>
            <a:off x="5922000" y="405972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12" name="PlaceHolder 8"/>
          <p:cNvSpPr>
            <a:spLocks noGrp="1"/>
          </p:cNvSpPr>
          <p:nvPr>
            <p:ph type="body"/>
          </p:nvPr>
        </p:nvSpPr>
        <p:spPr>
          <a:xfrm>
            <a:off x="5920200" y="483012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13" name="PlaceHolder 9"/>
          <p:cNvSpPr>
            <a:spLocks noGrp="1"/>
          </p:cNvSpPr>
          <p:nvPr>
            <p:ph type="body"/>
          </p:nvPr>
        </p:nvSpPr>
        <p:spPr>
          <a:xfrm>
            <a:off x="5919840" y="515952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14" name="PlaceHolder 10"/>
          <p:cNvSpPr>
            <a:spLocks noGrp="1"/>
          </p:cNvSpPr>
          <p:nvPr>
            <p:ph type="dt" idx="40"/>
          </p:nvPr>
        </p:nvSpPr>
        <p:spPr>
          <a:xfrm>
            <a:off x="5919840" y="6356520"/>
            <a:ext cx="94716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215" name="PlaceHolder 11"/>
          <p:cNvSpPr>
            <a:spLocks noGrp="1"/>
          </p:cNvSpPr>
          <p:nvPr>
            <p:ph type="ftr" idx="41"/>
          </p:nvPr>
        </p:nvSpPr>
        <p:spPr>
          <a:xfrm>
            <a:off x="7161840" y="6356520"/>
            <a:ext cx="324360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16" name="PlaceHolder 12"/>
          <p:cNvSpPr>
            <a:spLocks noGrp="1"/>
          </p:cNvSpPr>
          <p:nvPr>
            <p:ph type="sldNum" idx="42"/>
          </p:nvPr>
        </p:nvSpPr>
        <p:spPr>
          <a:xfrm>
            <a:off x="10700640" y="6356520"/>
            <a:ext cx="65268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F9F98110-4E18-4912-A2C7-070BFCBAEB41}"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pic>
        <p:nvPicPr>
          <p:cNvPr id="217" name="Graphic 1">
            <a:extLst>
              <a:ext uri="{C183D7F6-B498-43B3-948B-1728B52AA6E4}">
                <adec:decorative xmlns:adec="http://schemas.microsoft.com/office/drawing/2017/decorative" val="1"/>
              </a:ext>
            </a:extLst>
          </p:cNvPr>
          <p:cNvPicPr/>
          <p:nvPr/>
        </p:nvPicPr>
        <p:blipFill>
          <a:blip>
            <a:extLst>
              <a:ext uri="{96DAC541-7B7A-43D3-8B79-37D633B846F1}">
                <asvg:svgBlip xmlns:asvg="http://schemas.microsoft.com/office/drawing/2016/SVG/main" r:embed="rId3"/>
              </a:ext>
            </a:extLst>
          </a:blip>
          <a:stretch/>
        </p:blipFill>
        <p:spPr>
          <a:xfrm>
            <a:off x="-4680" y="0"/>
            <a:ext cx="4896360" cy="43855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8" name="PlaceHolder 1"/>
          <p:cNvSpPr>
            <a:spLocks noGrp="1"/>
          </p:cNvSpPr>
          <p:nvPr>
            <p:ph type="title"/>
          </p:nvPr>
        </p:nvSpPr>
        <p:spPr>
          <a:xfrm>
            <a:off x="1362240" y="1671480"/>
            <a:ext cx="5111280" cy="1204560"/>
          </a:xfrm>
          <a:prstGeom prst="rect">
            <a:avLst/>
          </a:prstGeom>
          <a:noFill/>
          <a:ln w="0">
            <a:noFill/>
          </a:ln>
        </p:spPr>
        <p:txBody>
          <a:bodyPr lIns="91440" tIns="45720" rIns="91440" bIns="45720" anchor="b">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219" name="PlaceHolder 2"/>
          <p:cNvSpPr>
            <a:spLocks noGrp="1"/>
          </p:cNvSpPr>
          <p:nvPr>
            <p:ph type="body"/>
          </p:nvPr>
        </p:nvSpPr>
        <p:spPr>
          <a:xfrm>
            <a:off x="1362240" y="3660840"/>
            <a:ext cx="5111280" cy="152532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p:txBody>
      </p:sp>
      <p:cxnSp>
        <p:nvCxnSpPr>
          <p:cNvPr id="220" name="Straight Connector 13"/>
          <p:cNvCxnSpPr/>
          <p:nvPr/>
        </p:nvCxnSpPr>
        <p:spPr>
          <a:xfrm>
            <a:off x="9096120" y="1496880"/>
            <a:ext cx="3096000" cy="360"/>
          </a:xfrm>
          <a:prstGeom prst="straightConnector1">
            <a:avLst/>
          </a:prstGeom>
          <a:ln>
            <a:solidFill>
              <a:srgbClr val="FBF4EF">
                <a:lumMod val="75000"/>
              </a:srgbClr>
            </a:solidFill>
          </a:ln>
        </p:spPr>
      </p:cxnSp>
      <p:cxnSp>
        <p:nvCxnSpPr>
          <p:cNvPr id="221" name="Straight Connector 22"/>
          <p:cNvCxnSpPr/>
          <p:nvPr/>
        </p:nvCxnSpPr>
        <p:spPr>
          <a:xfrm flipH="1">
            <a:off x="6953040" y="-25200"/>
            <a:ext cx="3791520" cy="6902280"/>
          </a:xfrm>
          <a:prstGeom prst="straightConnector1">
            <a:avLst/>
          </a:prstGeom>
          <a:ln>
            <a:solidFill>
              <a:srgbClr val="FBF4EF">
                <a:lumMod val="75000"/>
              </a:srgbClr>
            </a:solidFill>
          </a:ln>
        </p:spPr>
      </p:cxnSp>
      <p:sp>
        <p:nvSpPr>
          <p:cNvPr id="222" name="PlaceHolder 3"/>
          <p:cNvSpPr>
            <a:spLocks noGrp="1"/>
          </p:cNvSpPr>
          <p:nvPr>
            <p:ph type="dt" idx="4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223" name="PlaceHolder 4"/>
          <p:cNvSpPr>
            <a:spLocks noGrp="1"/>
          </p:cNvSpPr>
          <p:nvPr>
            <p:ph type="ftr" idx="44"/>
          </p:nvPr>
        </p:nvSpPr>
        <p:spPr>
          <a:xfrm>
            <a:off x="5224320" y="6356520"/>
            <a:ext cx="174276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24" name="PlaceHolder 5"/>
          <p:cNvSpPr>
            <a:spLocks noGrp="1"/>
          </p:cNvSpPr>
          <p:nvPr>
            <p:ph type="sldNum" idx="4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18820BE3-21F2-4C04-B8F8-3730F741A7BE}"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6991200" y="2571120"/>
            <a:ext cx="4179240" cy="1715040"/>
          </a:xfrm>
          <a:prstGeom prst="rect">
            <a:avLst/>
          </a:prstGeom>
          <a:noFill/>
          <a:ln w="0">
            <a:noFill/>
          </a:ln>
        </p:spPr>
        <p:txBody>
          <a:bodyPr lIns="91440" tIns="45720" rIns="91440" bIns="45720" anchor="ctr">
            <a:noAutofit/>
          </a:bodyPr>
          <a:lstStyle/>
          <a:p>
            <a:pPr indent="0" defTabSz="914400">
              <a:lnSpc>
                <a:spcPct val="90000"/>
              </a:lnSpc>
              <a:buNone/>
            </a:pPr>
            <a:r>
              <a:rPr lang="en-US" sz="3600" b="0" strike="noStrike" cap="all" spc="148">
                <a:solidFill>
                  <a:schemeClr val="dk1">
                    <a:lumMod val="75000"/>
                    <a:lumOff val="25000"/>
                  </a:schemeClr>
                </a:solidFill>
                <a:latin typeface="Tenorite"/>
              </a:rPr>
              <a:t>CLICK TO EDIT MASTER TITLE STYLE</a:t>
            </a:r>
            <a:endParaRPr lang="en-US" sz="3600" b="0" strike="noStrike" spc="-1">
              <a:solidFill>
                <a:schemeClr val="dk1"/>
              </a:solidFill>
              <a:latin typeface="Tenorite"/>
            </a:endParaRPr>
          </a:p>
        </p:txBody>
      </p:sp>
      <p:pic>
        <p:nvPicPr>
          <p:cNvPr id="226" name="Graphic 4"/>
          <p:cNvPicPr/>
          <p:nvPr/>
        </p:nvPicPr>
        <p:blipFill>
          <a:blip>
            <a:extLst>
              <a:ext uri="{96DAC541-7B7A-43D3-8B79-37D633B846F1}">
                <asvg:svgBlip xmlns:asvg="http://schemas.microsoft.com/office/drawing/2016/SVG/main" r:embed="rId3"/>
              </a:ext>
            </a:extLst>
          </a:blip>
          <a:stretch/>
        </p:blipFill>
        <p:spPr>
          <a:xfrm>
            <a:off x="0" y="828720"/>
            <a:ext cx="5876640" cy="5200200"/>
          </a:xfrm>
          <a:prstGeom prst="rect">
            <a:avLst/>
          </a:prstGeom>
          <a:ln w="0">
            <a:noFill/>
          </a:ln>
        </p:spPr>
      </p:pic>
      <p:sp>
        <p:nvSpPr>
          <p:cNvPr id="22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lumMod val="75000"/>
                    <a:lumOff val="25000"/>
                  </a:schemeClr>
                </a:solidFill>
                <a:latin typeface="Tenorite"/>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lumMod val="75000"/>
                    <a:lumOff val="25000"/>
                  </a:schemeClr>
                </a:solidFill>
                <a:latin typeface="Tenorite"/>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lumMod val="75000"/>
                    <a:lumOff val="25000"/>
                  </a:schemeClr>
                </a:solidFill>
                <a:latin typeface="Tenorite"/>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lumMod val="75000"/>
                    <a:lumOff val="25000"/>
                  </a:schemeClr>
                </a:solidFill>
                <a:latin typeface="Tenorite"/>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Tenorite"/>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8" name="Graphic 6"/>
          <p:cNvPicPr/>
          <p:nvPr/>
        </p:nvPicPr>
        <p:blipFill>
          <a:blip>
            <a:extLst>
              <a:ext uri="{96DAC541-7B7A-43D3-8B79-37D633B846F1}">
                <asvg:svgBlip xmlns:asvg="http://schemas.microsoft.com/office/drawing/2016/SVG/main" r:embed="rId3"/>
              </a:ext>
            </a:extLst>
          </a:blip>
          <a:stretch/>
        </p:blipFill>
        <p:spPr>
          <a:xfrm>
            <a:off x="0" y="0"/>
            <a:ext cx="5581440" cy="6857640"/>
          </a:xfrm>
          <a:prstGeom prst="rect">
            <a:avLst/>
          </a:prstGeom>
          <a:ln w="0">
            <a:noFill/>
          </a:ln>
        </p:spPr>
      </p:pic>
      <p:sp>
        <p:nvSpPr>
          <p:cNvPr id="229" name="PlaceHolder 1"/>
          <p:cNvSpPr>
            <a:spLocks noGrp="1"/>
          </p:cNvSpPr>
          <p:nvPr>
            <p:ph type="title"/>
          </p:nvPr>
        </p:nvSpPr>
        <p:spPr>
          <a:xfrm>
            <a:off x="5920200" y="1152720"/>
            <a:ext cx="5431680" cy="846000"/>
          </a:xfrm>
          <a:prstGeom prst="rect">
            <a:avLst/>
          </a:prstGeom>
          <a:noFill/>
          <a:ln w="0">
            <a:noFill/>
          </a:ln>
        </p:spPr>
        <p:txBody>
          <a:bodyPr lIns="91440" tIns="45720" rIns="91440" bIns="45720" anchor="t">
            <a:normAutofit/>
          </a:bodyPr>
          <a:lstStyle/>
          <a:p>
            <a:pPr indent="0"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cxnSp>
        <p:nvCxnSpPr>
          <p:cNvPr id="230" name="Straight Connector 8"/>
          <p:cNvCxnSpPr/>
          <p:nvPr/>
        </p:nvCxnSpPr>
        <p:spPr>
          <a:xfrm flipV="1">
            <a:off x="2209680" y="0"/>
            <a:ext cx="2438640" cy="6858360"/>
          </a:xfrm>
          <a:prstGeom prst="straightConnector1">
            <a:avLst/>
          </a:prstGeom>
          <a:ln>
            <a:solidFill>
              <a:srgbClr val="FBF4EF">
                <a:lumMod val="75000"/>
              </a:srgbClr>
            </a:solidFill>
          </a:ln>
        </p:spPr>
      </p:cxnSp>
      <p:sp>
        <p:nvSpPr>
          <p:cNvPr id="231" name="PlaceHolder 2"/>
          <p:cNvSpPr>
            <a:spLocks noGrp="1"/>
          </p:cNvSpPr>
          <p:nvPr>
            <p:ph type="body"/>
          </p:nvPr>
        </p:nvSpPr>
        <p:spPr>
          <a:xfrm>
            <a:off x="5922360" y="24696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32" name="PlaceHolder 3"/>
          <p:cNvSpPr>
            <a:spLocks noGrp="1"/>
          </p:cNvSpPr>
          <p:nvPr>
            <p:ph type="body"/>
          </p:nvPr>
        </p:nvSpPr>
        <p:spPr>
          <a:xfrm>
            <a:off x="5922000" y="27990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33" name="PlaceHolder 4"/>
          <p:cNvSpPr>
            <a:spLocks noGrp="1"/>
          </p:cNvSpPr>
          <p:nvPr>
            <p:ph type="body"/>
          </p:nvPr>
        </p:nvSpPr>
        <p:spPr>
          <a:xfrm>
            <a:off x="5922360" y="35694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34" name="PlaceHolder 5"/>
          <p:cNvSpPr>
            <a:spLocks noGrp="1"/>
          </p:cNvSpPr>
          <p:nvPr>
            <p:ph type="body"/>
          </p:nvPr>
        </p:nvSpPr>
        <p:spPr>
          <a:xfrm>
            <a:off x="5922000" y="38988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35" name="PlaceHolder 6"/>
          <p:cNvSpPr>
            <a:spLocks noGrp="1"/>
          </p:cNvSpPr>
          <p:nvPr>
            <p:ph type="body"/>
          </p:nvPr>
        </p:nvSpPr>
        <p:spPr>
          <a:xfrm>
            <a:off x="5922360" y="4669200"/>
            <a:ext cx="5432760" cy="36468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ADD SUBTITLE</a:t>
            </a:r>
            <a:endParaRPr lang="en-US" sz="2000" b="0" strike="noStrike" spc="-1">
              <a:solidFill>
                <a:schemeClr val="dk1">
                  <a:lumMod val="75000"/>
                  <a:lumOff val="25000"/>
                </a:schemeClr>
              </a:solidFill>
              <a:latin typeface="Tenorite"/>
            </a:endParaRPr>
          </a:p>
        </p:txBody>
      </p:sp>
      <p:sp>
        <p:nvSpPr>
          <p:cNvPr id="236" name="PlaceHolder 7"/>
          <p:cNvSpPr>
            <a:spLocks noGrp="1"/>
          </p:cNvSpPr>
          <p:nvPr>
            <p:ph type="body"/>
          </p:nvPr>
        </p:nvSpPr>
        <p:spPr>
          <a:xfrm>
            <a:off x="5922000" y="4998600"/>
            <a:ext cx="5431680" cy="55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1">
                <a:solidFill>
                  <a:schemeClr val="dk1">
                    <a:lumMod val="75000"/>
                    <a:lumOff val="25000"/>
                  </a:schemeClr>
                </a:solidFill>
                <a:latin typeface="Tenorite"/>
              </a:rPr>
              <a:t>Click to add text</a:t>
            </a:r>
          </a:p>
        </p:txBody>
      </p:sp>
      <p:sp>
        <p:nvSpPr>
          <p:cNvPr id="237" name="PlaceHolder 8"/>
          <p:cNvSpPr>
            <a:spLocks noGrp="1"/>
          </p:cNvSpPr>
          <p:nvPr>
            <p:ph type="dt" idx="46"/>
          </p:nvPr>
        </p:nvSpPr>
        <p:spPr>
          <a:xfrm>
            <a:off x="5919840" y="6356520"/>
            <a:ext cx="94716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238" name="PlaceHolder 9"/>
          <p:cNvSpPr>
            <a:spLocks noGrp="1"/>
          </p:cNvSpPr>
          <p:nvPr>
            <p:ph type="ftr" idx="47"/>
          </p:nvPr>
        </p:nvSpPr>
        <p:spPr>
          <a:xfrm>
            <a:off x="7161840" y="6356520"/>
            <a:ext cx="324360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39" name="PlaceHolder 10"/>
          <p:cNvSpPr>
            <a:spLocks noGrp="1"/>
          </p:cNvSpPr>
          <p:nvPr>
            <p:ph type="sldNum" idx="48"/>
          </p:nvPr>
        </p:nvSpPr>
        <p:spPr>
          <a:xfrm>
            <a:off x="10700640" y="6356520"/>
            <a:ext cx="65268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CBD34852-2DF5-4047-A745-DC567ECD07F6}"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1885320" y="892080"/>
            <a:ext cx="8421480" cy="1325160"/>
          </a:xfrm>
          <a:prstGeom prst="rect">
            <a:avLst/>
          </a:prstGeom>
          <a:noFill/>
          <a:ln w="0">
            <a:noFill/>
          </a:ln>
        </p:spPr>
        <p:txBody>
          <a:bodyPr lIns="91440" tIns="45720" rIns="91440" bIns="45720" anchor="ctr">
            <a:normAutofit/>
          </a:bodyPr>
          <a:lstStyle/>
          <a:p>
            <a:pPr indent="0" algn="ctr" defTabSz="914400">
              <a:lnSpc>
                <a:spcPct val="90000"/>
              </a:lnSpc>
              <a:buNone/>
            </a:pPr>
            <a:r>
              <a:rPr lang="en-US" sz="2800" b="0" strike="noStrike" cap="all" spc="148">
                <a:solidFill>
                  <a:schemeClr val="dk1">
                    <a:lumMod val="75000"/>
                    <a:lumOff val="25000"/>
                  </a:schemeClr>
                </a:solidFill>
                <a:latin typeface="Tenorite"/>
              </a:rPr>
              <a:t>CLICK TO EDIT MASTER TITLE STYLE</a:t>
            </a:r>
            <a:endParaRPr lang="en-US" sz="2800" b="0" strike="noStrike" spc="-1">
              <a:solidFill>
                <a:schemeClr val="dk1"/>
              </a:solidFill>
              <a:latin typeface="Tenorite"/>
            </a:endParaRPr>
          </a:p>
        </p:txBody>
      </p:sp>
      <p:sp>
        <p:nvSpPr>
          <p:cNvPr id="241" name="PlaceHolder 2"/>
          <p:cNvSpPr>
            <a:spLocks noGrp="1"/>
          </p:cNvSpPr>
          <p:nvPr>
            <p:ph type="body"/>
          </p:nvPr>
        </p:nvSpPr>
        <p:spPr>
          <a:xfrm>
            <a:off x="1243080" y="2777040"/>
            <a:ext cx="28821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EDIT MASTER TEXT</a:t>
            </a:r>
            <a:endParaRPr lang="en-US" sz="2000" b="0" strike="noStrike" spc="-1">
              <a:solidFill>
                <a:schemeClr val="dk1">
                  <a:lumMod val="75000"/>
                  <a:lumOff val="25000"/>
                </a:schemeClr>
              </a:solidFill>
              <a:latin typeface="Tenorite"/>
            </a:endParaRPr>
          </a:p>
        </p:txBody>
      </p:sp>
      <p:sp>
        <p:nvSpPr>
          <p:cNvPr id="242" name="PlaceHolder 3"/>
          <p:cNvSpPr>
            <a:spLocks noGrp="1"/>
          </p:cNvSpPr>
          <p:nvPr>
            <p:ph type="body"/>
          </p:nvPr>
        </p:nvSpPr>
        <p:spPr>
          <a:xfrm>
            <a:off x="1243080" y="3834720"/>
            <a:ext cx="2882160" cy="199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a:p>
            <a:pPr marL="9144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Third level</a:t>
            </a:r>
            <a:endParaRPr lang="en-US" sz="1400" b="0" strike="noStrike" spc="-1">
              <a:solidFill>
                <a:schemeClr val="dk1">
                  <a:lumMod val="75000"/>
                  <a:lumOff val="25000"/>
                </a:schemeClr>
              </a:solidFill>
              <a:latin typeface="Tenorite"/>
            </a:endParaRPr>
          </a:p>
          <a:p>
            <a:pPr marL="13716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Fourth level</a:t>
            </a:r>
            <a:endParaRPr lang="en-US" sz="1400" b="0" strike="noStrike" spc="-1">
              <a:solidFill>
                <a:schemeClr val="dk1">
                  <a:lumMod val="75000"/>
                  <a:lumOff val="25000"/>
                </a:schemeClr>
              </a:solidFill>
              <a:latin typeface="Tenorite"/>
            </a:endParaRPr>
          </a:p>
          <a:p>
            <a:pPr marL="18288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Fifth level</a:t>
            </a:r>
            <a:endParaRPr lang="en-US" sz="1400" b="0" strike="noStrike" spc="-1">
              <a:solidFill>
                <a:schemeClr val="dk1">
                  <a:lumMod val="75000"/>
                  <a:lumOff val="25000"/>
                </a:schemeClr>
              </a:solidFill>
              <a:latin typeface="Tenorite"/>
            </a:endParaRPr>
          </a:p>
        </p:txBody>
      </p:sp>
      <p:sp>
        <p:nvSpPr>
          <p:cNvPr id="243" name="PlaceHolder 4"/>
          <p:cNvSpPr>
            <a:spLocks noGrp="1"/>
          </p:cNvSpPr>
          <p:nvPr>
            <p:ph type="body"/>
          </p:nvPr>
        </p:nvSpPr>
        <p:spPr>
          <a:xfrm>
            <a:off x="4647600" y="2777040"/>
            <a:ext cx="289620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EDIT MASTER TEXT</a:t>
            </a:r>
            <a:endParaRPr lang="en-US" sz="2000" b="0" strike="noStrike" spc="-1">
              <a:solidFill>
                <a:schemeClr val="dk1">
                  <a:lumMod val="75000"/>
                  <a:lumOff val="25000"/>
                </a:schemeClr>
              </a:solidFill>
              <a:latin typeface="Tenorite"/>
            </a:endParaRPr>
          </a:p>
        </p:txBody>
      </p:sp>
      <p:sp>
        <p:nvSpPr>
          <p:cNvPr id="244" name="PlaceHolder 5"/>
          <p:cNvSpPr>
            <a:spLocks noGrp="1"/>
          </p:cNvSpPr>
          <p:nvPr>
            <p:ph type="body"/>
          </p:nvPr>
        </p:nvSpPr>
        <p:spPr>
          <a:xfrm>
            <a:off x="4647600" y="3834720"/>
            <a:ext cx="2896200" cy="199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a:p>
            <a:pPr marL="9144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Third level</a:t>
            </a:r>
            <a:endParaRPr lang="en-US" sz="1400" b="0" strike="noStrike" spc="-1">
              <a:solidFill>
                <a:schemeClr val="dk1">
                  <a:lumMod val="75000"/>
                  <a:lumOff val="25000"/>
                </a:schemeClr>
              </a:solidFill>
              <a:latin typeface="Tenorite"/>
            </a:endParaRPr>
          </a:p>
          <a:p>
            <a:pPr marL="13716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Fourth level</a:t>
            </a:r>
            <a:endParaRPr lang="en-US" sz="1400" b="0" strike="noStrike" spc="-1">
              <a:solidFill>
                <a:schemeClr val="dk1">
                  <a:lumMod val="75000"/>
                  <a:lumOff val="25000"/>
                </a:schemeClr>
              </a:solidFill>
              <a:latin typeface="Tenorite"/>
            </a:endParaRPr>
          </a:p>
          <a:p>
            <a:pPr marL="18288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Fifth level</a:t>
            </a:r>
            <a:endParaRPr lang="en-US" sz="1400" b="0" strike="noStrike" spc="-1">
              <a:solidFill>
                <a:schemeClr val="dk1">
                  <a:lumMod val="75000"/>
                  <a:lumOff val="25000"/>
                </a:schemeClr>
              </a:solidFill>
              <a:latin typeface="Tenorite"/>
            </a:endParaRPr>
          </a:p>
        </p:txBody>
      </p:sp>
      <p:sp>
        <p:nvSpPr>
          <p:cNvPr id="245" name="PlaceHolder 6"/>
          <p:cNvSpPr>
            <a:spLocks noGrp="1"/>
          </p:cNvSpPr>
          <p:nvPr>
            <p:ph type="body"/>
          </p:nvPr>
        </p:nvSpPr>
        <p:spPr>
          <a:xfrm>
            <a:off x="8066520" y="2777040"/>
            <a:ext cx="28821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000" b="0" strike="noStrike" cap="all" spc="148">
                <a:solidFill>
                  <a:schemeClr val="dk1">
                    <a:lumMod val="75000"/>
                    <a:lumOff val="25000"/>
                  </a:schemeClr>
                </a:solidFill>
                <a:latin typeface="Tenorite"/>
              </a:rPr>
              <a:t>CLICK TO EDIT MASTER TEXT</a:t>
            </a:r>
            <a:endParaRPr lang="en-US" sz="2000" b="0" strike="noStrike" spc="-1">
              <a:solidFill>
                <a:schemeClr val="dk1">
                  <a:lumMod val="75000"/>
                  <a:lumOff val="25000"/>
                </a:schemeClr>
              </a:solidFill>
              <a:latin typeface="Tenorite"/>
            </a:endParaRPr>
          </a:p>
        </p:txBody>
      </p:sp>
      <p:sp>
        <p:nvSpPr>
          <p:cNvPr id="246" name="PlaceHolder 7"/>
          <p:cNvSpPr>
            <a:spLocks noGrp="1"/>
          </p:cNvSpPr>
          <p:nvPr>
            <p:ph type="body"/>
          </p:nvPr>
        </p:nvSpPr>
        <p:spPr>
          <a:xfrm>
            <a:off x="8066520" y="3834720"/>
            <a:ext cx="2882160" cy="1997640"/>
          </a:xfrm>
          <a:prstGeom prst="rect">
            <a:avLst/>
          </a:prstGeom>
          <a:noFill/>
          <a:ln w="0">
            <a:noFill/>
          </a:ln>
        </p:spPr>
        <p:txBody>
          <a:bodyPr lIns="91440" tIns="45720" rIns="91440" bIns="45720" anchor="t">
            <a:normAutofit/>
          </a:bodyPr>
          <a:lstStyle/>
          <a:p>
            <a:pPr indent="0" defTabSz="914400">
              <a:lnSpc>
                <a:spcPct val="100000"/>
              </a:lnSpc>
              <a:spcBef>
                <a:spcPts val="1001"/>
              </a:spcBef>
              <a:buNone/>
              <a:tabLst>
                <a:tab pos="0" algn="l"/>
              </a:tabLst>
            </a:pPr>
            <a:r>
              <a:rPr lang="en-US" sz="1400" b="0" strike="noStrike" spc="49">
                <a:solidFill>
                  <a:schemeClr val="dk1">
                    <a:lumMod val="75000"/>
                    <a:lumOff val="25000"/>
                  </a:schemeClr>
                </a:solidFill>
                <a:latin typeface="Tenorite"/>
              </a:rPr>
              <a:t>Click to edit Master text styles</a:t>
            </a:r>
            <a:endParaRPr lang="en-US" sz="1400" b="0" strike="noStrike" spc="-1">
              <a:solidFill>
                <a:schemeClr val="dk1">
                  <a:lumMod val="75000"/>
                  <a:lumOff val="25000"/>
                </a:schemeClr>
              </a:solidFill>
              <a:latin typeface="Tenorite"/>
            </a:endParaRPr>
          </a:p>
          <a:p>
            <a:pPr marL="4572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Second level</a:t>
            </a:r>
            <a:endParaRPr lang="en-US" sz="1400" b="0" strike="noStrike" spc="-1">
              <a:solidFill>
                <a:schemeClr val="dk1">
                  <a:lumMod val="75000"/>
                  <a:lumOff val="25000"/>
                </a:schemeClr>
              </a:solidFill>
              <a:latin typeface="Tenorite"/>
            </a:endParaRPr>
          </a:p>
          <a:p>
            <a:pPr marL="9144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Third level</a:t>
            </a:r>
            <a:endParaRPr lang="en-US" sz="1400" b="0" strike="noStrike" spc="-1">
              <a:solidFill>
                <a:schemeClr val="dk1">
                  <a:lumMod val="75000"/>
                  <a:lumOff val="25000"/>
                </a:schemeClr>
              </a:solidFill>
              <a:latin typeface="Tenorite"/>
            </a:endParaRPr>
          </a:p>
          <a:p>
            <a:pPr marL="13716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Fourth level</a:t>
            </a:r>
            <a:endParaRPr lang="en-US" sz="1400" b="0" strike="noStrike" spc="-1">
              <a:solidFill>
                <a:schemeClr val="dk1">
                  <a:lumMod val="75000"/>
                  <a:lumOff val="25000"/>
                </a:schemeClr>
              </a:solidFill>
              <a:latin typeface="Tenorite"/>
            </a:endParaRPr>
          </a:p>
          <a:p>
            <a:pPr marL="1828800" indent="0" defTabSz="914400">
              <a:lnSpc>
                <a:spcPct val="100000"/>
              </a:lnSpc>
              <a:spcBef>
                <a:spcPts val="499"/>
              </a:spcBef>
              <a:buNone/>
              <a:tabLst>
                <a:tab pos="0" algn="l"/>
              </a:tabLst>
            </a:pPr>
            <a:r>
              <a:rPr lang="en-US" sz="1400" b="0" strike="noStrike" spc="49">
                <a:solidFill>
                  <a:schemeClr val="dk1">
                    <a:lumMod val="75000"/>
                    <a:lumOff val="25000"/>
                  </a:schemeClr>
                </a:solidFill>
                <a:latin typeface="Tenorite"/>
              </a:rPr>
              <a:t>Fifth level</a:t>
            </a:r>
            <a:endParaRPr lang="en-US" sz="1400" b="0" strike="noStrike" spc="-1">
              <a:solidFill>
                <a:schemeClr val="dk1">
                  <a:lumMod val="75000"/>
                  <a:lumOff val="25000"/>
                </a:schemeClr>
              </a:solidFill>
              <a:latin typeface="Tenorite"/>
            </a:endParaRPr>
          </a:p>
        </p:txBody>
      </p:sp>
      <p:sp>
        <p:nvSpPr>
          <p:cNvPr id="247" name="PlaceHolder 8"/>
          <p:cNvSpPr>
            <a:spLocks noGrp="1"/>
          </p:cNvSpPr>
          <p:nvPr>
            <p:ph type="dt" idx="4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&lt;date/time&gt;</a:t>
            </a:r>
            <a:endParaRPr lang="en-US" sz="900" b="0" strike="noStrike" spc="-1">
              <a:solidFill>
                <a:srgbClr val="000000"/>
              </a:solidFill>
              <a:latin typeface="Times New Roman"/>
            </a:endParaRPr>
          </a:p>
        </p:txBody>
      </p:sp>
      <p:sp>
        <p:nvSpPr>
          <p:cNvPr id="248" name="PlaceHolder 9"/>
          <p:cNvSpPr>
            <a:spLocks noGrp="1"/>
          </p:cNvSpPr>
          <p:nvPr>
            <p:ph type="ftr" idx="50"/>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&lt;footer&gt;</a:t>
            </a:r>
            <a:endParaRPr lang="en-US" sz="900" b="0" strike="noStrike" spc="-1">
              <a:solidFill>
                <a:srgbClr val="000000"/>
              </a:solidFill>
              <a:latin typeface="Times New Roman"/>
            </a:endParaRPr>
          </a:p>
        </p:txBody>
      </p:sp>
      <p:sp>
        <p:nvSpPr>
          <p:cNvPr id="249" name="PlaceHolder 10"/>
          <p:cNvSpPr>
            <a:spLocks noGrp="1"/>
          </p:cNvSpPr>
          <p:nvPr>
            <p:ph type="sldNum" idx="5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D5DB6452-9FA5-48CC-9EDC-14B23881AFEE}" type="slidenum">
              <a:rPr lang="en-US" sz="900" b="0" strike="noStrike" spc="-1">
                <a:solidFill>
                  <a:schemeClr val="dk1">
                    <a:tint val="75000"/>
                  </a:schemeClr>
                </a:solidFill>
                <a:latin typeface="Tenorite"/>
              </a:rPr>
              <a:t>‹#›</a:t>
            </a:fld>
            <a:endParaRPr lang="en-US" sz="900" b="0" strike="noStrike" spc="-1">
              <a:solidFill>
                <a:srgbClr val="000000"/>
              </a:solidFill>
              <a:latin typeface="Times New Roman"/>
            </a:endParaRPr>
          </a:p>
        </p:txBody>
      </p:sp>
      <p:cxnSp>
        <p:nvCxnSpPr>
          <p:cNvPr id="250" name="Straight Connector 15">
            <a:extLst>
              <a:ext uri="{C183D7F6-B498-43B3-948B-1728B52AA6E4}">
                <adec:decorative xmlns:adec="http://schemas.microsoft.com/office/drawing/2017/decorative" val="1"/>
              </a:ext>
            </a:extLst>
          </p:cNvPr>
          <p:cNvCxnSpPr/>
          <p:nvPr/>
        </p:nvCxnSpPr>
        <p:spPr>
          <a:xfrm flipH="1">
            <a:off x="0" y="0"/>
            <a:ext cx="1238400" cy="3105360"/>
          </a:xfrm>
          <a:prstGeom prst="straightConnector1">
            <a:avLst/>
          </a:prstGeom>
          <a:ln w="3175">
            <a:solidFill>
              <a:srgbClr val="FBF4EF">
                <a:lumMod val="75000"/>
              </a:srgbClr>
            </a:solidFill>
          </a:ln>
        </p:spPr>
      </p:cxnSp>
      <p:cxnSp>
        <p:nvCxnSpPr>
          <p:cNvPr id="251" name="Straight Connector 19">
            <a:extLst>
              <a:ext uri="{C183D7F6-B498-43B3-948B-1728B52AA6E4}">
                <adec:decorative xmlns:adec="http://schemas.microsoft.com/office/drawing/2017/decorative" val="1"/>
              </a:ext>
            </a:extLst>
          </p:cNvPr>
          <p:cNvCxnSpPr/>
          <p:nvPr/>
        </p:nvCxnSpPr>
        <p:spPr>
          <a:xfrm flipH="1">
            <a:off x="0" y="0"/>
            <a:ext cx="2238480" cy="2476800"/>
          </a:xfrm>
          <a:prstGeom prst="straightConnector1">
            <a:avLst/>
          </a:prstGeom>
          <a:ln>
            <a:solidFill>
              <a:srgbClr val="FBF4EF">
                <a:lumMod val="75000"/>
              </a:srgbClr>
            </a:solidFill>
          </a:ln>
        </p:spPr>
      </p:cxn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19.xm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6332040" y="2556360"/>
            <a:ext cx="5664600" cy="1335600"/>
          </a:xfrm>
          <a:prstGeom prst="rect">
            <a:avLst/>
          </a:prstGeom>
          <a:noFill/>
          <a:ln w="0">
            <a:noFill/>
          </a:ln>
        </p:spPr>
        <p:txBody>
          <a:bodyPr lIns="91440" tIns="45720" rIns="91440" bIns="45720" anchor="b">
            <a:noAutofit/>
          </a:bodyPr>
          <a:lstStyle/>
          <a:p>
            <a:pPr indent="0" defTabSz="914400">
              <a:lnSpc>
                <a:spcPct val="90000"/>
              </a:lnSpc>
              <a:buNone/>
            </a:pPr>
            <a:r>
              <a:rPr lang="it-IT" sz="3600" b="0" strike="noStrike" cap="all" spc="148" dirty="0">
                <a:solidFill>
                  <a:schemeClr val="dk1">
                    <a:lumMod val="75000"/>
                    <a:lumOff val="25000"/>
                  </a:schemeClr>
                </a:solidFill>
                <a:latin typeface="Times New Roman" panose="02020603050405020304" pitchFamily="18" charset="0"/>
                <a:ea typeface="STHupo" panose="020B0503020204020204" pitchFamily="2" charset="-122"/>
                <a:cs typeface="Times New Roman" panose="02020603050405020304" pitchFamily="18" charset="0"/>
              </a:rPr>
              <a:t>MITRE challenge</a:t>
            </a:r>
            <a:br>
              <a:rPr lang="it-IT" sz="3600" dirty="0">
                <a:latin typeface="Times New Roman" panose="02020603050405020304" pitchFamily="18" charset="0"/>
                <a:ea typeface="STHupo" panose="020B0503020204020204" pitchFamily="2" charset="-122"/>
                <a:cs typeface="Times New Roman" panose="02020603050405020304" pitchFamily="18" charset="0"/>
              </a:rPr>
            </a:br>
            <a:r>
              <a:rPr lang="it-IT" sz="2400" b="0" strike="noStrike" cap="all" spc="148" dirty="0">
                <a:solidFill>
                  <a:schemeClr val="dk1">
                    <a:lumMod val="75000"/>
                    <a:lumOff val="25000"/>
                  </a:schemeClr>
                </a:solidFill>
                <a:latin typeface="Times New Roman" panose="02020603050405020304" pitchFamily="18" charset="0"/>
                <a:ea typeface="STHupo" panose="020B0503020204020204" pitchFamily="2" charset="-122"/>
                <a:cs typeface="Times New Roman" panose="02020603050405020304" pitchFamily="18" charset="0"/>
              </a:rPr>
              <a:t>recuperarea cheii private ECDSA</a:t>
            </a:r>
            <a:endParaRPr lang="it-IT" sz="2400" b="0" strike="noStrike" spc="-1" dirty="0">
              <a:solidFill>
                <a:schemeClr val="dk1"/>
              </a:solidFill>
              <a:latin typeface="Times New Roman" panose="02020603050405020304" pitchFamily="18" charset="0"/>
              <a:ea typeface="STHupo" panose="020B0503020204020204" pitchFamily="2" charset="-122"/>
              <a:cs typeface="Times New Roman" panose="02020603050405020304" pitchFamily="18" charset="0"/>
            </a:endParaRPr>
          </a:p>
        </p:txBody>
      </p:sp>
      <p:sp>
        <p:nvSpPr>
          <p:cNvPr id="253" name="PlaceHolder 2"/>
          <p:cNvSpPr>
            <a:spLocks noGrp="1"/>
          </p:cNvSpPr>
          <p:nvPr>
            <p:ph type="subTitle"/>
          </p:nvPr>
        </p:nvSpPr>
        <p:spPr>
          <a:xfrm>
            <a:off x="6415920" y="4060800"/>
            <a:ext cx="4941360" cy="2536200"/>
          </a:xfrm>
          <a:prstGeom prst="rect">
            <a:avLst/>
          </a:prstGeom>
          <a:noFill/>
          <a:ln w="0">
            <a:noFill/>
          </a:ln>
        </p:spPr>
        <p:txBody>
          <a:bodyPr lIns="91440" tIns="45720" rIns="91440" bIns="45720" anchor="t">
            <a:noAutofit/>
          </a:bodyPr>
          <a:lstStyle/>
          <a:p>
            <a:pPr indent="0" defTabSz="914400">
              <a:lnSpc>
                <a:spcPct val="100000"/>
              </a:lnSpc>
              <a:spcBef>
                <a:spcPts val="1001"/>
              </a:spcBef>
              <a:buNone/>
              <a:tabLst>
                <a:tab pos="0" algn="l"/>
              </a:tabLst>
            </a:pP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ACS CTI 322CD</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en-US"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C</a:t>
            </a:r>
            <a:r>
              <a:rPr lang="ro-RO" sz="16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ălin</a:t>
            </a: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Adriana Mihaela</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Davidescu Victor</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Pomenea Cristian Andrei</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Predescu Andrei – Florian</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ro-RO"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Vintilă Andrei</a:t>
            </a: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1083960" y="501480"/>
            <a:ext cx="5088240" cy="467640"/>
          </a:xfrm>
          <a:prstGeom prst="rect">
            <a:avLst/>
          </a:prstGeom>
          <a:noFill/>
          <a:ln w="0">
            <a:noFill/>
          </a:ln>
        </p:spPr>
        <p:txBody>
          <a:bodyPr lIns="91440" tIns="45720" rIns="91440" bIns="45720" anchor="b">
            <a:normAutofit fontScale="90000"/>
          </a:bodyPr>
          <a:lstStyle/>
          <a:p>
            <a:pPr indent="0" defTabSz="914400">
              <a:lnSpc>
                <a:spcPct val="90000"/>
              </a:lnSpc>
              <a:buNone/>
            </a:pPr>
            <a:r>
              <a:rPr lang="ro-RO" sz="2800" b="0" strike="noStrike" cap="all" spc="148">
                <a:solidFill>
                  <a:schemeClr val="dk1">
                    <a:lumMod val="75000"/>
                    <a:lumOff val="25000"/>
                  </a:schemeClr>
                </a:solidFill>
                <a:latin typeface="Tenorite"/>
              </a:rPr>
              <a:t>Intro: ByE BYE RSA </a:t>
            </a:r>
            <a:endParaRPr lang="en-US" sz="2800" b="0" strike="noStrike" spc="-1">
              <a:solidFill>
                <a:schemeClr val="dk1"/>
              </a:solidFill>
              <a:latin typeface="Tenorite"/>
            </a:endParaRPr>
          </a:p>
        </p:txBody>
      </p:sp>
      <p:sp>
        <p:nvSpPr>
          <p:cNvPr id="255" name="PlaceHolder 2"/>
          <p:cNvSpPr>
            <a:spLocks noGrp="1"/>
          </p:cNvSpPr>
          <p:nvPr>
            <p:ph/>
          </p:nvPr>
        </p:nvSpPr>
        <p:spPr>
          <a:xfrm>
            <a:off x="298080" y="1108440"/>
            <a:ext cx="4854240" cy="4640400"/>
          </a:xfrm>
          <a:prstGeom prst="rect">
            <a:avLst/>
          </a:prstGeom>
          <a:noFill/>
          <a:ln w="0">
            <a:noFill/>
          </a:ln>
        </p:spPr>
        <p:txBody>
          <a:bodyPr lIns="91440" tIns="45720" rIns="91440" bIns="45720" anchor="t">
            <a:normAutofit/>
          </a:bodyPr>
          <a:lstStyle/>
          <a:p>
            <a:pPr indent="0" algn="just" defTabSz="914400">
              <a:lnSpc>
                <a:spcPct val="120000"/>
              </a:lnSpc>
              <a:spcBef>
                <a:spcPts val="1001"/>
              </a:spcBef>
              <a:buNone/>
              <a:tabLst>
                <a:tab pos="0" algn="l"/>
              </a:tabLst>
            </a:pPr>
            <a:r>
              <a:rPr lang="ro-RO" sz="1400" b="1"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Dimensiune</a:t>
            </a:r>
            <a:r>
              <a:rPr lang="ro-RO" sz="1400" b="0"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 	Pentru a fi sigure, cheile/numere prime pentru RSA sunt uriașe comparativ cu cele folosite de ECDSA (4096 </a:t>
            </a:r>
            <a:r>
              <a:rPr lang="ro-RO" sz="1400" b="0" strike="noStrike" spc="-1" dirty="0" err="1">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vs</a:t>
            </a:r>
            <a:r>
              <a:rPr lang="ro-RO" sz="1400" b="0"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 256 </a:t>
            </a:r>
            <a:r>
              <a:rPr lang="ro-RO" sz="1400" b="0" strike="noStrike" spc="-1" dirty="0" err="1">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biti</a:t>
            </a:r>
            <a:r>
              <a:rPr lang="ro-RO" sz="1400" b="0"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20000"/>
              </a:lnSpc>
              <a:spcBef>
                <a:spcPts val="1001"/>
              </a:spcBef>
              <a:buNone/>
              <a:tabLst>
                <a:tab pos="0" algn="l"/>
              </a:tabLst>
            </a:pPr>
            <a:r>
              <a:rPr lang="ro-RO" sz="1400" b="1"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Eficienta: 		</a:t>
            </a:r>
            <a:r>
              <a:rPr lang="ro-RO" sz="1400" b="0"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Dimensiunea scăzuta duce la creșterea eficienței (mai puțină memorie necesară, etc)</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20000"/>
              </a:lnSpc>
              <a:spcBef>
                <a:spcPts val="1001"/>
              </a:spcBef>
              <a:buNone/>
              <a:tabLst>
                <a:tab pos="0" algn="l"/>
              </a:tabLst>
            </a:pPr>
            <a:r>
              <a:rPr lang="en-US" sz="1400" b="1" strike="noStrike" spc="-1" dirty="0" err="1">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Greu</a:t>
            </a:r>
            <a:r>
              <a:rPr lang="en-US" sz="1400" b="1"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 de </a:t>
            </a:r>
            <a:r>
              <a:rPr lang="en-US" sz="1400" b="1" strike="noStrike" spc="-1" dirty="0" err="1">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inversat</a:t>
            </a:r>
            <a:r>
              <a:rPr lang="en-US" sz="1400" b="1" strike="noStrike" spc="-1" dirty="0">
                <a:solidFill>
                  <a:schemeClr val="dk1">
                    <a:lumMod val="75000"/>
                    <a:lumOff val="25000"/>
                  </a:schemeClr>
                </a:solidFill>
                <a:latin typeface="Times New Roman" panose="02020603050405020304" pitchFamily="18" charset="0"/>
                <a:ea typeface="Noto Sans CJK SC"/>
                <a:cs typeface="Times New Roman" panose="02020603050405020304" pitchFamily="18" charset="0"/>
              </a:rPr>
              <a:t>:	</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Probabil cel mai important punct, ECDSA este mut mai greu de inversat decât RSA. Teoretic, cu un calculator destul de puternic, ai putea sparge factorizarea pe care se bazează RSA mult mai repede. ECDSA este practic imposibil de ghicit fără niște greșeli umane.</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20000"/>
              </a:lnSpc>
              <a:spcBef>
                <a:spcPts val="1001"/>
              </a:spcBef>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comb/>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7F9E15-51A2-5C87-F5D7-22C54B69BD43}"/>
              </a:ext>
            </a:extLst>
          </p:cNvPr>
          <p:cNvPicPr>
            <a:picLocks noChangeAspect="1"/>
          </p:cNvPicPr>
          <p:nvPr/>
        </p:nvPicPr>
        <p:blipFill>
          <a:blip r:embed="rId2"/>
          <a:stretch>
            <a:fillRect/>
          </a:stretch>
        </p:blipFill>
        <p:spPr>
          <a:xfrm>
            <a:off x="5624052" y="501480"/>
            <a:ext cx="6567948" cy="5447036"/>
          </a:xfrm>
          <a:prstGeom prst="rect">
            <a:avLst/>
          </a:prstGeom>
        </p:spPr>
      </p:pic>
      <p:sp>
        <p:nvSpPr>
          <p:cNvPr id="260" name="PlaceHolder 2"/>
          <p:cNvSpPr>
            <a:spLocks noGrp="1"/>
          </p:cNvSpPr>
          <p:nvPr>
            <p:ph/>
          </p:nvPr>
        </p:nvSpPr>
        <p:spPr>
          <a:xfrm>
            <a:off x="6826699" y="969120"/>
            <a:ext cx="4854240" cy="4640400"/>
          </a:xfrm>
          <a:prstGeom prst="rect">
            <a:avLst/>
          </a:prstGeom>
          <a:noFill/>
          <a:ln w="0">
            <a:noFill/>
          </a:ln>
        </p:spPr>
        <p:txBody>
          <a:bodyPr lIns="91440" tIns="45720" rIns="91440" bIns="45720" anchor="t">
            <a:normAutofit/>
          </a:bodyPr>
          <a:lstStyle/>
          <a:p>
            <a:pPr indent="0" algn="just" defTabSz="914400">
              <a:lnSpc>
                <a:spcPct val="120000"/>
              </a:lnSpc>
              <a:spcBef>
                <a:spcPts val="1001"/>
              </a:spcBef>
              <a:buNone/>
              <a:tabLst>
                <a:tab pos="0" algn="l"/>
              </a:tabLst>
            </a:pP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ECDSA</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vine de la </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Elliptic Curve Digital Signature Algorithm</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adică o variantă a </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algoritmului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semnare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digitală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(DSA) care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utilizează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criptografia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pe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curbe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eliptice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(ECC)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pentru</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 genera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chei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semna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date.</a:t>
            </a:r>
          </a:p>
          <a:p>
            <a:pPr indent="0" algn="just" defTabSz="914400">
              <a:lnSpc>
                <a:spcPct val="12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Numele poate fi împărțit în:</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20000"/>
              </a:lnSpc>
              <a:spcBef>
                <a:spcPts val="1001"/>
              </a:spcBef>
              <a:buNone/>
              <a:tabLst>
                <a:tab pos="0" algn="l"/>
              </a:tabLst>
            </a:pP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Elliptic Curve (</a:t>
            </a:r>
            <a:r>
              <a:rPr lang="en-US"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Curba</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Eliptică</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care s</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bazează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pe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probleme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matematice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greu</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rezolvat</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legate de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punctele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pe o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curbă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eliptică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problema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logaritmului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discret</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pe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curbe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eliptice</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p>
          <a:p>
            <a:pPr indent="0" algn="just" defTabSz="914400">
              <a:lnSpc>
                <a:spcPct val="120000"/>
              </a:lnSpc>
              <a:spcBef>
                <a:spcPts val="1001"/>
              </a:spcBef>
              <a:buNone/>
              <a:tabLst>
                <a:tab pos="0" algn="l"/>
              </a:tabLst>
            </a:pP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Digital Signature (</a:t>
            </a:r>
            <a:r>
              <a:rPr lang="en-US"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Semnătură</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Digitală</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 cărei singur s</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cop este </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de a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autentifica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verifica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integrit</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atea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mesajelor</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sau</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tranzacțiilor</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p>
          <a:p>
            <a:pPr indent="0" algn="just" defTabSz="914400">
              <a:lnSpc>
                <a:spcPct val="120000"/>
              </a:lnSpc>
              <a:spcBef>
                <a:spcPts val="1001"/>
              </a:spcBef>
              <a:buNone/>
              <a:tabLst>
                <a:tab pos="0" algn="l"/>
              </a:tabLst>
            </a:pP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Algorithm (</a:t>
            </a:r>
            <a:r>
              <a:rPr lang="en-US"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Algoritm</a:t>
            </a:r>
            <a:r>
              <a:rPr lang="ro-RO"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ul</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ce reprezintă </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o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procedură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matematică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standardizată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pentru</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generarea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verificarea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semnăturilor</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ceilalți membrii.</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20000"/>
              </a:lnSpc>
              <a:spcBef>
                <a:spcPts val="1001"/>
              </a:spcBef>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59" name="PlaceHolder 1"/>
          <p:cNvSpPr>
            <a:spLocks noGrp="1"/>
          </p:cNvSpPr>
          <p:nvPr>
            <p:ph type="title"/>
          </p:nvPr>
        </p:nvSpPr>
        <p:spPr>
          <a:xfrm>
            <a:off x="7533921" y="267660"/>
            <a:ext cx="3171600" cy="467640"/>
          </a:xfrm>
          <a:prstGeom prst="rect">
            <a:avLst/>
          </a:prstGeom>
          <a:noFill/>
          <a:ln w="0">
            <a:noFill/>
          </a:ln>
        </p:spPr>
        <p:txBody>
          <a:bodyPr lIns="91440" tIns="45720" rIns="91440" bIns="45720" anchor="b">
            <a:normAutofit fontScale="90000"/>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CE ESTE ECDSA </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pic>
        <p:nvPicPr>
          <p:cNvPr id="12" name="Graphic 11">
            <a:extLst>
              <a:ext uri="{FF2B5EF4-FFF2-40B4-BE49-F238E27FC236}">
                <a16:creationId xmlns:a16="http://schemas.microsoft.com/office/drawing/2014/main" id="{AFB8F54D-D277-8C11-2A5E-38027A243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061" y="267660"/>
            <a:ext cx="5981170" cy="5779179"/>
          </a:xfrm>
          <a:prstGeom prst="rect">
            <a:avLst/>
          </a:prstGeom>
        </p:spPr>
      </p:pic>
      <p:sp>
        <p:nvSpPr>
          <p:cNvPr id="13" name="TextBox 12">
            <a:extLst>
              <a:ext uri="{FF2B5EF4-FFF2-40B4-BE49-F238E27FC236}">
                <a16:creationId xmlns:a16="http://schemas.microsoft.com/office/drawing/2014/main" id="{DD7BAE1C-4A88-B3CB-5781-4C3659B18F70}"/>
              </a:ext>
            </a:extLst>
          </p:cNvPr>
          <p:cNvSpPr txBox="1"/>
          <p:nvPr/>
        </p:nvSpPr>
        <p:spPr>
          <a:xfrm>
            <a:off x="6874179" y="5553498"/>
            <a:ext cx="1598489" cy="523220"/>
          </a:xfrm>
          <a:prstGeom prst="rect">
            <a:avLst/>
          </a:prstGeom>
          <a:noFill/>
        </p:spPr>
        <p:txBody>
          <a:bodyPr wrap="square" rtlCol="0">
            <a:spAutoFit/>
          </a:bodyPr>
          <a:lstStyle/>
          <a:p>
            <a:r>
              <a:rPr lang="ro-RO" sz="2800" dirty="0">
                <a:latin typeface="Times New Roman" panose="02020603050405020304" pitchFamily="18" charset="0"/>
                <a:cs typeface="Times New Roman" panose="02020603050405020304" pitchFamily="18" charset="0"/>
              </a:rPr>
              <a:t>Ecuația:</a:t>
            </a:r>
            <a:endParaRPr lang="en-US"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1F0DF5DE-32C8-0B7F-5E7A-839B2777C240}"/>
              </a:ext>
            </a:extLst>
          </p:cNvPr>
          <p:cNvPicPr>
            <a:picLocks noChangeAspect="1"/>
          </p:cNvPicPr>
          <p:nvPr/>
        </p:nvPicPr>
        <p:blipFill>
          <a:blip r:embed="rId4"/>
          <a:stretch>
            <a:fillRect/>
          </a:stretch>
        </p:blipFill>
        <p:spPr>
          <a:xfrm>
            <a:off x="8139940" y="5591337"/>
            <a:ext cx="2871727" cy="4475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1736562" y="403920"/>
            <a:ext cx="8718875" cy="585360"/>
          </a:xfrm>
          <a:prstGeom prst="rect">
            <a:avLst/>
          </a:prstGeom>
          <a:noFill/>
          <a:ln w="0">
            <a:noFill/>
          </a:ln>
        </p:spPr>
        <p:txBody>
          <a:bodyPr lIns="91440" tIns="45720" rIns="91440" bIns="45720" anchor="ctr">
            <a:normAutofit/>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PROPRIETĂȚILE UNEI SEMNĂTURI DIGITALE</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266" name="PlaceHolder 2"/>
          <p:cNvSpPr>
            <a:spLocks noGrp="1"/>
          </p:cNvSpPr>
          <p:nvPr>
            <p:ph/>
          </p:nvPr>
        </p:nvSpPr>
        <p:spPr>
          <a:xfrm>
            <a:off x="148320" y="1481040"/>
            <a:ext cx="2141280" cy="514080"/>
          </a:xfrm>
          <a:prstGeom prst="rect">
            <a:avLst/>
          </a:prstGeom>
          <a:noFill/>
          <a:ln w="0">
            <a:noFill/>
          </a:ln>
        </p:spPr>
        <p:txBody>
          <a:bodyPr lIns="91440" tIns="45720" rIns="91440" bIns="45720" anchor="ctr">
            <a:normAutofit/>
          </a:bodyPr>
          <a:lstStyle/>
          <a:p>
            <a:pPr indent="0" algn="r" defTabSz="914400">
              <a:lnSpc>
                <a:spcPct val="90000"/>
              </a:lnSpc>
              <a:spcBef>
                <a:spcPts val="1001"/>
              </a:spcBef>
              <a:buNone/>
              <a:tabLst>
                <a:tab pos="0" algn="l"/>
              </a:tabLst>
            </a:pPr>
            <a:r>
              <a:rPr lang="en-US" sz="1600" b="1"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Unic</a:t>
            </a:r>
            <a:r>
              <a:rPr lang="ro-RO"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ă</a:t>
            </a:r>
            <a:endParaRPr lang="en-US"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67" name="PlaceHolder 3"/>
          <p:cNvSpPr>
            <a:spLocks noGrp="1"/>
          </p:cNvSpPr>
          <p:nvPr>
            <p:ph/>
          </p:nvPr>
        </p:nvSpPr>
        <p:spPr>
          <a:xfrm>
            <a:off x="714240" y="2557440"/>
            <a:ext cx="21412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1"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Neimitabil</a:t>
            </a:r>
            <a:r>
              <a:rPr lang="ro-RO"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ă</a:t>
            </a:r>
            <a:endParaRPr lang="en-US"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68" name="PlaceHolder 4"/>
          <p:cNvSpPr>
            <a:spLocks noGrp="1"/>
          </p:cNvSpPr>
          <p:nvPr>
            <p:ph/>
          </p:nvPr>
        </p:nvSpPr>
        <p:spPr>
          <a:xfrm>
            <a:off x="714240" y="3633840"/>
            <a:ext cx="27478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U</a:t>
            </a:r>
            <a:r>
              <a:rPr lang="ro-RO"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ș</a:t>
            </a:r>
            <a:r>
              <a:rPr lang="en-US"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or de </a:t>
            </a:r>
            <a:r>
              <a:rPr lang="en-US" sz="1600" b="1"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autentificat</a:t>
            </a:r>
            <a:endParaRPr lang="en-US"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69" name="PlaceHolder 5"/>
          <p:cNvSpPr>
            <a:spLocks noGrp="1"/>
          </p:cNvSpPr>
          <p:nvPr>
            <p:ph/>
          </p:nvPr>
        </p:nvSpPr>
        <p:spPr>
          <a:xfrm>
            <a:off x="963720" y="4710240"/>
            <a:ext cx="3082680" cy="51408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US" sz="1600" b="1"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Imposibil</a:t>
            </a:r>
            <a:r>
              <a:rPr lang="en-US"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600" b="1"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negat</a:t>
            </a:r>
            <a:r>
              <a:rPr lang="ro-RO" sz="1600" b="1"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 ȘI UȘOR DE GENERAT</a:t>
            </a:r>
            <a:endParaRPr lang="en-US" sz="16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70" name="PlaceHolder 6"/>
          <p:cNvSpPr>
            <a:spLocks noGrp="1"/>
          </p:cNvSpPr>
          <p:nvPr>
            <p:ph/>
          </p:nvPr>
        </p:nvSpPr>
        <p:spPr>
          <a:xfrm>
            <a:off x="4401360" y="1594440"/>
            <a:ext cx="5538600" cy="514080"/>
          </a:xfrm>
          <a:prstGeom prst="rect">
            <a:avLst/>
          </a:prstGeom>
          <a:noFill/>
          <a:ln w="0">
            <a:noFill/>
          </a:ln>
        </p:spPr>
        <p:txBody>
          <a:bodyPr lIns="91440" tIns="45720" rIns="91440" bIns="45720" anchor="t">
            <a:normAutofit lnSpcReduction="10000"/>
          </a:bodyPr>
          <a:lstStyle/>
          <a:p>
            <a:pPr indent="0" algn="just" defTabSz="914400">
              <a:lnSpc>
                <a:spcPct val="100000"/>
              </a:lnSpc>
              <a:spcBef>
                <a:spcPts val="1001"/>
              </a:spcBef>
              <a:buNone/>
              <a:tabLst>
                <a:tab pos="0" algn="l"/>
              </a:tabLst>
            </a:pP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anumit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tur</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trebuie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fi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generat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numai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singur</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persoan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71" name="PlaceHolder 7"/>
          <p:cNvSpPr>
            <a:spLocks noGrp="1"/>
          </p:cNvSpPr>
          <p:nvPr>
            <p:ph/>
          </p:nvPr>
        </p:nvSpPr>
        <p:spPr>
          <a:xfrm>
            <a:off x="4956480" y="2506680"/>
            <a:ext cx="5538600" cy="1010520"/>
          </a:xfrm>
          <a:prstGeom prst="rect">
            <a:avLst/>
          </a:prstGeom>
          <a:noFill/>
          <a:ln w="0">
            <a:noFill/>
          </a:ln>
        </p:spPr>
        <p:txBody>
          <a:bodyPr lIns="91440" tIns="45720" rIns="91440" bIns="45720" anchor="t">
            <a:noAutofit/>
          </a:bodyPr>
          <a:lstStyle/>
          <a:p>
            <a:pPr indent="0" algn="just" defTabSz="914400">
              <a:lnSpc>
                <a:spcPct val="100000"/>
              </a:lnSpc>
              <a:spcBef>
                <a:spcPts val="1001"/>
              </a:spcBef>
              <a:buNone/>
              <a:tabLst>
                <a:tab pos="0" algn="l"/>
              </a:tabLst>
            </a:pP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nici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alt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persoan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nu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va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putea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genera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tura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utilizatorului</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indicat</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altfel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spus</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utilizatorii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ilegali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trebuie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rezolve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probleme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NP − complete</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dac</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vor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foloseasc</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tur</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care nu le apar</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ț</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ine</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72" name="PlaceHolder 8"/>
          <p:cNvSpPr>
            <a:spLocks noGrp="1"/>
          </p:cNvSpPr>
          <p:nvPr>
            <p:ph/>
          </p:nvPr>
        </p:nvSpPr>
        <p:spPr>
          <a:xfrm>
            <a:off x="5576760" y="3755520"/>
            <a:ext cx="5538600" cy="807480"/>
          </a:xfrm>
          <a:prstGeom prst="rect">
            <a:avLst/>
          </a:prstGeom>
          <a:noFill/>
          <a:ln w="0">
            <a:noFill/>
          </a:ln>
        </p:spPr>
        <p:txBody>
          <a:bodyPr lIns="91440" tIns="45720" rIns="91440" bIns="45720" anchor="t">
            <a:noAutofit/>
          </a:bodyPr>
          <a:lstStyle/>
          <a:p>
            <a:pPr indent="0" algn="just" defTabSz="914400">
              <a:lnSpc>
                <a:spcPct val="100000"/>
              </a:lnSpc>
              <a:spcBef>
                <a:spcPts val="1001"/>
              </a:spcBef>
              <a:buNone/>
              <a:tabLst>
                <a:tab pos="0" algn="l"/>
              </a:tabLst>
            </a:pP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orice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destinatar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legal </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ș</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orice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arbitru</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î</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n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cazul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unor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eventuale</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dispute) 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stabili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autenticitatea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turii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indiferent</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dup</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interval de</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timp</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273" name="PlaceHolder 9"/>
          <p:cNvSpPr>
            <a:spLocks noGrp="1"/>
          </p:cNvSpPr>
          <p:nvPr>
            <p:ph/>
          </p:nvPr>
        </p:nvSpPr>
        <p:spPr>
          <a:xfrm>
            <a:off x="6175440" y="4824360"/>
            <a:ext cx="5538600" cy="585360"/>
          </a:xfrm>
          <a:prstGeom prst="rect">
            <a:avLst/>
          </a:prstGeom>
          <a:noFill/>
          <a:ln w="0">
            <a:noFill/>
          </a:ln>
        </p:spPr>
        <p:txBody>
          <a:bodyPr lIns="91440" tIns="45720" rIns="91440" bIns="45720" anchor="t">
            <a:noAutofit/>
          </a:bodyPr>
          <a:lstStyle/>
          <a:p>
            <a:pPr indent="0" algn="just" defTabSz="914400">
              <a:lnSpc>
                <a:spcPct val="100000"/>
              </a:lnSpc>
              <a:spcBef>
                <a:spcPts val="1001"/>
              </a:spcBef>
              <a:buNone/>
              <a:tabLst>
                <a:tab pos="0" algn="l"/>
              </a:tabLst>
            </a:pP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nici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un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utilizator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legal 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 </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nu</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-ș</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nega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propria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tur</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sub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afirma</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ț</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nu este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autentic</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ă</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endParaRPr lang="en-US" sz="1400" b="0" strike="noStrike" spc="-1" dirty="0">
              <a:solidFill>
                <a:schemeClr val="dk1">
                  <a:lumMod val="75000"/>
                  <a:lumOff val="25000"/>
                </a:schemeClr>
              </a:solidFill>
              <a:latin typeface="Tenorite"/>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1885320" y="892080"/>
            <a:ext cx="8421480" cy="729720"/>
          </a:xfrm>
          <a:prstGeom prst="rect">
            <a:avLst/>
          </a:prstGeom>
          <a:noFill/>
          <a:ln w="0">
            <a:noFill/>
          </a:ln>
        </p:spPr>
        <p:txBody>
          <a:bodyPr lIns="91440" tIns="45720" rIns="91440" bIns="45720" anchor="ctr">
            <a:noAutofit/>
          </a:bodyPr>
          <a:lstStyle/>
          <a:p>
            <a:pPr indent="0" algn="ctr"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De ce / cum a apărut </a:t>
            </a:r>
            <a:r>
              <a:rPr lang="ro-RO"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ecdsa</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276" name="PlaceHolder 2"/>
          <p:cNvSpPr>
            <a:spLocks noGrp="1"/>
          </p:cNvSpPr>
          <p:nvPr>
            <p:ph/>
          </p:nvPr>
        </p:nvSpPr>
        <p:spPr>
          <a:xfrm>
            <a:off x="513000" y="2014560"/>
            <a:ext cx="11432880" cy="3058560"/>
          </a:xfrm>
          <a:prstGeom prst="rect">
            <a:avLst/>
          </a:prstGeom>
          <a:noFill/>
          <a:ln w="0">
            <a:noFill/>
          </a:ln>
        </p:spPr>
        <p:txBody>
          <a:bodyPr lIns="91440" tIns="45720" rIns="91440" bIns="45720" anchor="t">
            <a:normAutofit fontScale="92500" lnSpcReduction="10000"/>
          </a:bodyPr>
          <a:lstStyle/>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ap</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ă</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rut din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nevoia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a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semna</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digital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informa</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ț</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ii </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î</a:t>
            </a:r>
            <a:r>
              <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n mod </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sigur</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Odată cu digitalizarea, au apărut mai multe probleme:</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0" strike="noStrike" spc="-1" dirty="0">
                <a:solidFill>
                  <a:schemeClr val="dk1"/>
                </a:solidFill>
                <a:latin typeface="Times New Roman" panose="02020603050405020304" pitchFamily="18" charset="0"/>
                <a:cs typeface="Times New Roman" panose="02020603050405020304" pitchFamily="18" charset="0"/>
              </a:rPr>
              <a:t>Po</a:t>
            </a:r>
            <a:r>
              <a:rPr lang="ro-RO" sz="1400" b="0" strike="noStrike" spc="-1" dirty="0">
                <a:solidFill>
                  <a:schemeClr val="dk1"/>
                </a:solidFill>
                <a:latin typeface="Times New Roman" panose="02020603050405020304" pitchFamily="18" charset="0"/>
                <a:cs typeface="Times New Roman" panose="02020603050405020304" pitchFamily="18" charset="0"/>
              </a:rPr>
              <a:t>ț</a:t>
            </a:r>
            <a:r>
              <a:rPr lang="en-US" sz="1400" b="0" strike="noStrike" spc="-1" dirty="0" err="1">
                <a:solidFill>
                  <a:schemeClr val="dk1"/>
                </a:solidFill>
                <a:latin typeface="Times New Roman" panose="02020603050405020304" pitchFamily="18" charset="0"/>
                <a:cs typeface="Times New Roman" panose="02020603050405020304" pitchFamily="18" charset="0"/>
              </a:rPr>
              <a:t>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copia</a:t>
            </a:r>
            <a:r>
              <a:rPr lang="en-US" sz="1400" b="0" strike="noStrike" spc="-1" dirty="0">
                <a:solidFill>
                  <a:schemeClr val="dk1"/>
                </a:solidFill>
                <a:latin typeface="Times New Roman" panose="02020603050405020304" pitchFamily="18" charset="0"/>
                <a:cs typeface="Times New Roman" panose="02020603050405020304" pitchFamily="18" charset="0"/>
              </a:rPr>
              <a:t> perfect </a:t>
            </a:r>
            <a:r>
              <a:rPr lang="en-US" sz="1400" b="0" strike="noStrike" spc="-1" dirty="0" err="1">
                <a:solidFill>
                  <a:schemeClr val="dk1"/>
                </a:solidFill>
                <a:latin typeface="Times New Roman" panose="02020603050405020304" pitchFamily="18" charset="0"/>
                <a:cs typeface="Times New Roman" panose="02020603050405020304" pitchFamily="18" charset="0"/>
              </a:rPr>
              <a:t>orice</a:t>
            </a:r>
            <a:r>
              <a:rPr lang="en-US" sz="1400" b="0" strike="noStrike" spc="-1" dirty="0">
                <a:solidFill>
                  <a:schemeClr val="dk1"/>
                </a:solidFill>
                <a:latin typeface="Times New Roman" panose="02020603050405020304" pitchFamily="18" charset="0"/>
                <a:cs typeface="Times New Roman" panose="02020603050405020304" pitchFamily="18" charset="0"/>
              </a:rPr>
              <a:t> fi</a:t>
            </a:r>
            <a:r>
              <a:rPr lang="ro-RO" sz="1400" b="0" strike="noStrike" spc="-1" dirty="0">
                <a:solidFill>
                  <a:schemeClr val="dk1"/>
                </a:solidFill>
                <a:latin typeface="Times New Roman" panose="02020603050405020304" pitchFamily="18" charset="0"/>
                <a:cs typeface="Times New Roman" panose="02020603050405020304" pitchFamily="18" charset="0"/>
              </a:rPr>
              <a:t>ș</a:t>
            </a:r>
            <a:r>
              <a:rPr lang="en-US" sz="1400" b="0" strike="noStrike" spc="-1" dirty="0" err="1">
                <a:solidFill>
                  <a:schemeClr val="dk1"/>
                </a:solidFill>
                <a:latin typeface="Times New Roman" panose="02020603050405020304" pitchFamily="18" charset="0"/>
                <a:cs typeface="Times New Roman" panose="02020603050405020304" pitchFamily="18" charset="0"/>
              </a:rPr>
              <a:t>ier</a:t>
            </a:r>
            <a:r>
              <a:rPr lang="en-US" sz="1400" b="0" strike="noStrike" spc="-1"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0" strike="noStrike" spc="-1" dirty="0">
                <a:solidFill>
                  <a:schemeClr val="dk1"/>
                </a:solidFill>
                <a:latin typeface="Times New Roman" panose="02020603050405020304" pitchFamily="18" charset="0"/>
                <a:cs typeface="Times New Roman" panose="02020603050405020304" pitchFamily="18" charset="0"/>
              </a:rPr>
              <a:t>Po</a:t>
            </a:r>
            <a:r>
              <a:rPr lang="ro-RO" sz="1400" b="0" strike="noStrike" spc="-1" dirty="0">
                <a:solidFill>
                  <a:schemeClr val="dk1"/>
                </a:solidFill>
                <a:latin typeface="Times New Roman" panose="02020603050405020304" pitchFamily="18" charset="0"/>
                <a:cs typeface="Times New Roman" panose="02020603050405020304" pitchFamily="18" charset="0"/>
              </a:rPr>
              <a:t>ț</a:t>
            </a:r>
            <a:r>
              <a:rPr lang="en-US" sz="1400" b="0" strike="noStrike" spc="-1" dirty="0" err="1">
                <a:solidFill>
                  <a:schemeClr val="dk1"/>
                </a:solidFill>
                <a:latin typeface="Times New Roman" panose="02020603050405020304" pitchFamily="18" charset="0"/>
                <a:cs typeface="Times New Roman" panose="02020603050405020304" pitchFamily="18" charset="0"/>
              </a:rPr>
              <a:t>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modifica</a:t>
            </a:r>
            <a:r>
              <a:rPr lang="en-US" sz="1400" b="0" strike="noStrike" spc="-1" dirty="0">
                <a:solidFill>
                  <a:schemeClr val="dk1"/>
                </a:solidFill>
                <a:latin typeface="Times New Roman" panose="02020603050405020304" pitchFamily="18" charset="0"/>
                <a:cs typeface="Times New Roman" panose="02020603050405020304" pitchFamily="18" charset="0"/>
              </a:rPr>
              <a:t> un document f</a:t>
            </a:r>
            <a:r>
              <a:rPr lang="ro-RO" sz="1400" b="0" strike="noStrike" spc="-1" dirty="0">
                <a:solidFill>
                  <a:schemeClr val="dk1"/>
                </a:solidFill>
                <a:latin typeface="Times New Roman" panose="02020603050405020304" pitchFamily="18" charset="0"/>
                <a:cs typeface="Times New Roman" panose="02020603050405020304" pitchFamily="18" charset="0"/>
              </a:rPr>
              <a:t>ă</a:t>
            </a:r>
            <a:r>
              <a:rPr lang="en-US" sz="1400" b="0" strike="noStrike" spc="-1" dirty="0">
                <a:solidFill>
                  <a:schemeClr val="dk1"/>
                </a:solidFill>
                <a:latin typeface="Times New Roman" panose="02020603050405020304" pitchFamily="18" charset="0"/>
                <a:cs typeface="Times New Roman" panose="02020603050405020304" pitchFamily="18" charset="0"/>
              </a:rPr>
              <a:t>r</a:t>
            </a:r>
            <a:r>
              <a:rPr lang="ro-RO" sz="1400" b="0" strike="noStrike" spc="-1" dirty="0">
                <a:solidFill>
                  <a:schemeClr val="dk1"/>
                </a:solidFill>
                <a:latin typeface="Times New Roman" panose="02020603050405020304" pitchFamily="18" charset="0"/>
                <a:cs typeface="Times New Roman" panose="02020603050405020304" pitchFamily="18" charset="0"/>
              </a:rPr>
              <a:t>ă</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urme</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vizibile</a:t>
            </a:r>
            <a:r>
              <a:rPr lang="en-US" sz="1400" b="0" strike="noStrike" spc="-1"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0" strike="noStrike" spc="-1" dirty="0">
                <a:solidFill>
                  <a:schemeClr val="dk1"/>
                </a:solidFill>
                <a:latin typeface="Times New Roman" panose="02020603050405020304" pitchFamily="18" charset="0"/>
                <a:cs typeface="Times New Roman" panose="02020603050405020304" pitchFamily="18" charset="0"/>
              </a:rPr>
              <a:t>Po</a:t>
            </a:r>
            <a:r>
              <a:rPr lang="ro-RO" sz="1400" b="0" strike="noStrike" spc="-1" dirty="0">
                <a:solidFill>
                  <a:schemeClr val="dk1"/>
                </a:solidFill>
                <a:latin typeface="Times New Roman" panose="02020603050405020304" pitchFamily="18" charset="0"/>
                <a:cs typeface="Times New Roman" panose="02020603050405020304" pitchFamily="18" charset="0"/>
              </a:rPr>
              <a:t>ț</a:t>
            </a:r>
            <a:r>
              <a:rPr lang="en-US" sz="1400" b="0" strike="noStrike" spc="-1" dirty="0" err="1">
                <a:solidFill>
                  <a:schemeClr val="dk1"/>
                </a:solidFill>
                <a:latin typeface="Times New Roman" panose="02020603050405020304" pitchFamily="18" charset="0"/>
                <a:cs typeface="Times New Roman" panose="02020603050405020304" pitchFamily="18" charset="0"/>
              </a:rPr>
              <a:t>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trimite</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mesaje</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ro-RO" sz="1400" b="0" strike="noStrike" spc="-1" dirty="0">
                <a:solidFill>
                  <a:schemeClr val="dk1"/>
                </a:solidFill>
                <a:latin typeface="Times New Roman" panose="02020603050405020304" pitchFamily="18" charset="0"/>
                <a:cs typeface="Times New Roman" panose="02020603050405020304" pitchFamily="18" charset="0"/>
              </a:rPr>
              <a:t>î</a:t>
            </a:r>
            <a:r>
              <a:rPr lang="en-US" sz="1400" b="0" strike="noStrike" spc="-1" dirty="0">
                <a:solidFill>
                  <a:schemeClr val="dk1"/>
                </a:solidFill>
                <a:latin typeface="Times New Roman" panose="02020603050405020304" pitchFamily="18" charset="0"/>
                <a:cs typeface="Times New Roman" panose="02020603050405020304" pitchFamily="18" charset="0"/>
              </a:rPr>
              <a:t>n </a:t>
            </a:r>
            <a:r>
              <a:rPr lang="en-US" sz="1400" b="0" strike="noStrike" spc="-1" dirty="0" err="1">
                <a:solidFill>
                  <a:schemeClr val="dk1"/>
                </a:solidFill>
                <a:latin typeface="Times New Roman" panose="02020603050405020304" pitchFamily="18" charset="0"/>
                <a:cs typeface="Times New Roman" panose="02020603050405020304" pitchFamily="18" charset="0"/>
              </a:rPr>
              <a:t>numele</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altcuiva</a:t>
            </a:r>
            <a:r>
              <a:rPr lang="en-US" sz="1400" b="0" strike="noStrike" spc="-1"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0" strike="noStrike" spc="-1" dirty="0">
                <a:solidFill>
                  <a:schemeClr val="dk1"/>
                </a:solidFill>
                <a:latin typeface="Times New Roman" panose="02020603050405020304" pitchFamily="18" charset="0"/>
                <a:cs typeface="Times New Roman" panose="02020603050405020304" pitchFamily="18" charset="0"/>
              </a:rPr>
              <a:t>Po</a:t>
            </a:r>
            <a:r>
              <a:rPr lang="ro-RO" sz="1400" b="0" strike="noStrike" spc="-1" dirty="0">
                <a:solidFill>
                  <a:schemeClr val="dk1"/>
                </a:solidFill>
                <a:latin typeface="Times New Roman" panose="02020603050405020304" pitchFamily="18" charset="0"/>
                <a:cs typeface="Times New Roman" panose="02020603050405020304" pitchFamily="18" charset="0"/>
              </a:rPr>
              <a:t>ț</a:t>
            </a:r>
            <a:r>
              <a:rPr lang="en-US" sz="1400" b="0" strike="noStrike" spc="-1" dirty="0" err="1">
                <a:solidFill>
                  <a:schemeClr val="dk1"/>
                </a:solidFill>
                <a:latin typeface="Times New Roman" panose="02020603050405020304" pitchFamily="18" charset="0"/>
                <a:cs typeface="Times New Roman" panose="02020603050405020304" pitchFamily="18" charset="0"/>
              </a:rPr>
              <a:t>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distribui</a:t>
            </a:r>
            <a:r>
              <a:rPr lang="en-US" sz="1400" b="0" strike="noStrike" spc="-1" dirty="0">
                <a:solidFill>
                  <a:schemeClr val="dk1"/>
                </a:solidFill>
                <a:latin typeface="Times New Roman" panose="02020603050405020304" pitchFamily="18" charset="0"/>
                <a:cs typeface="Times New Roman" panose="02020603050405020304" pitchFamily="18" charset="0"/>
              </a:rPr>
              <a:t> software </a:t>
            </a:r>
            <a:r>
              <a:rPr lang="en-US" sz="1400" b="0" strike="noStrike" spc="-1" dirty="0" err="1">
                <a:solidFill>
                  <a:schemeClr val="dk1"/>
                </a:solidFill>
                <a:latin typeface="Times New Roman" panose="02020603050405020304" pitchFamily="18" charset="0"/>
                <a:cs typeface="Times New Roman" panose="02020603050405020304" pitchFamily="18" charset="0"/>
              </a:rPr>
              <a:t>fals</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sau</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actualiz</a:t>
            </a:r>
            <a:r>
              <a:rPr lang="ro-RO" sz="1400" b="0" strike="noStrike" spc="-1" dirty="0">
                <a:solidFill>
                  <a:schemeClr val="dk1"/>
                </a:solidFill>
                <a:latin typeface="Times New Roman" panose="02020603050405020304" pitchFamily="18" charset="0"/>
                <a:cs typeface="Times New Roman" panose="02020603050405020304" pitchFamily="18" charset="0"/>
              </a:rPr>
              <a:t>ă</a:t>
            </a:r>
            <a:r>
              <a:rPr lang="en-US" sz="1400" b="0" strike="noStrike" spc="-1" dirty="0" err="1">
                <a:solidFill>
                  <a:schemeClr val="dk1"/>
                </a:solidFill>
                <a:latin typeface="Times New Roman" panose="02020603050405020304" pitchFamily="18" charset="0"/>
                <a:cs typeface="Times New Roman" panose="02020603050405020304" pitchFamily="18" charset="0"/>
              </a:rPr>
              <a:t>ri</a:t>
            </a:r>
            <a:r>
              <a:rPr lang="en-US" sz="1400" b="0" strike="noStrike" spc="-1" dirty="0">
                <a:solidFill>
                  <a:schemeClr val="dk1"/>
                </a:solidFill>
                <a:latin typeface="Times New Roman" panose="02020603050405020304" pitchFamily="18" charset="0"/>
                <a:cs typeface="Times New Roman" panose="02020603050405020304" pitchFamily="18" charset="0"/>
              </a:rPr>
              <a:t> malware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0" strike="noStrike" spc="-1" dirty="0">
                <a:solidFill>
                  <a:schemeClr val="dk1"/>
                </a:solidFill>
                <a:latin typeface="Times New Roman" panose="02020603050405020304" pitchFamily="18" charset="0"/>
                <a:cs typeface="Times New Roman" panose="02020603050405020304" pitchFamily="18" charset="0"/>
              </a:rPr>
              <a:t>Po</a:t>
            </a:r>
            <a:r>
              <a:rPr lang="ro-RO" sz="1400" b="0" strike="noStrike" spc="-1" dirty="0">
                <a:solidFill>
                  <a:schemeClr val="dk1"/>
                </a:solidFill>
                <a:latin typeface="Times New Roman" panose="02020603050405020304" pitchFamily="18" charset="0"/>
                <a:cs typeface="Times New Roman" panose="02020603050405020304" pitchFamily="18" charset="0"/>
              </a:rPr>
              <a:t>ț</a:t>
            </a:r>
            <a:r>
              <a:rPr lang="en-US" sz="1400" b="0" strike="noStrike" spc="-1" dirty="0" err="1">
                <a:solidFill>
                  <a:schemeClr val="dk1"/>
                </a:solidFill>
                <a:latin typeface="Times New Roman" panose="02020603050405020304" pitchFamily="18" charset="0"/>
                <a:cs typeface="Times New Roman" panose="02020603050405020304" pitchFamily="18" charset="0"/>
              </a:rPr>
              <a:t>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contesta</a:t>
            </a:r>
            <a:r>
              <a:rPr lang="en-US" sz="1400" b="0" strike="noStrike" spc="-1" dirty="0">
                <a:solidFill>
                  <a:schemeClr val="dk1"/>
                </a:solidFill>
                <a:latin typeface="Times New Roman" panose="02020603050405020304" pitchFamily="18" charset="0"/>
                <a:cs typeface="Times New Roman" panose="02020603050405020304" pitchFamily="18" charset="0"/>
              </a:rPr>
              <a:t> ulterior c</a:t>
            </a:r>
            <a:r>
              <a:rPr lang="ro-RO" sz="1400" b="0" strike="noStrike" spc="-1" dirty="0">
                <a:solidFill>
                  <a:schemeClr val="dk1"/>
                </a:solidFill>
                <a:latin typeface="Times New Roman" panose="02020603050405020304" pitchFamily="18" charset="0"/>
                <a:cs typeface="Times New Roman" panose="02020603050405020304" pitchFamily="18" charset="0"/>
              </a:rPr>
              <a:t>ă</a:t>
            </a:r>
            <a:r>
              <a:rPr lang="en-US" sz="1400" b="0" strike="noStrike" spc="-1" dirty="0">
                <a:solidFill>
                  <a:schemeClr val="dk1"/>
                </a:solidFill>
                <a:latin typeface="Times New Roman" panose="02020603050405020304" pitchFamily="18" charset="0"/>
                <a:cs typeface="Times New Roman" panose="02020603050405020304" pitchFamily="18" charset="0"/>
              </a:rPr>
              <a:t> ai </a:t>
            </a:r>
            <a:r>
              <a:rPr lang="en-US" sz="1400" b="0" strike="noStrike" spc="-1" dirty="0" err="1">
                <a:solidFill>
                  <a:schemeClr val="dk1"/>
                </a:solidFill>
                <a:latin typeface="Times New Roman" panose="02020603050405020304" pitchFamily="18" charset="0"/>
                <a:cs typeface="Times New Roman" panose="02020603050405020304" pitchFamily="18" charset="0"/>
              </a:rPr>
              <a:t>trimis</a:t>
            </a:r>
            <a:r>
              <a:rPr lang="en-US" sz="1400" b="0" strike="noStrike" spc="-1" dirty="0">
                <a:solidFill>
                  <a:schemeClr val="dk1"/>
                </a:solidFill>
                <a:latin typeface="Times New Roman" panose="02020603050405020304" pitchFamily="18" charset="0"/>
                <a:cs typeface="Times New Roman" panose="02020603050405020304" pitchFamily="18" charset="0"/>
              </a:rPr>
              <a:t> un </a:t>
            </a:r>
            <a:r>
              <a:rPr lang="en-US" sz="1400" b="0" strike="noStrike" spc="-1" dirty="0" err="1">
                <a:solidFill>
                  <a:schemeClr val="dk1"/>
                </a:solidFill>
                <a:latin typeface="Times New Roman" panose="02020603050405020304" pitchFamily="18" charset="0"/>
                <a:cs typeface="Times New Roman" panose="02020603050405020304" pitchFamily="18" charset="0"/>
              </a:rPr>
              <a:t>anumit</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mesaj</a:t>
            </a:r>
            <a:r>
              <a:rPr lang="en-US" sz="1400" b="0" strike="noStrike" spc="-1"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Așa că erau necesare niște rezolvări rapide, oferite chiar de curbele eliptice. Mulțumită proprietății matematice, poate </a:t>
            </a:r>
            <a:r>
              <a:rPr lang="it-IT"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ofer</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i</a:t>
            </a:r>
            <a:r>
              <a:rPr lang="it-IT"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it-IT"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securitate mare cu chei mai mici</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Din aceste considerente, era perfect pentru </a:t>
            </a:r>
            <a:r>
              <a:rPr lang="en-US" sz="1400" b="0" strike="noStrike" spc="-1" dirty="0">
                <a:solidFill>
                  <a:schemeClr val="dk1"/>
                </a:solidFill>
                <a:latin typeface="Times New Roman" panose="02020603050405020304" pitchFamily="18" charset="0"/>
                <a:cs typeface="Times New Roman" panose="02020603050405020304" pitchFamily="18" charset="0"/>
              </a:rPr>
              <a:t>smart cards</a:t>
            </a:r>
            <a:r>
              <a:rPr lang="ro-RO"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telefoane</a:t>
            </a:r>
            <a:r>
              <a:rPr lang="ro-RO"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a:solidFill>
                  <a:schemeClr val="dk1"/>
                </a:solidFill>
                <a:latin typeface="Times New Roman" panose="02020603050405020304" pitchFamily="18" charset="0"/>
                <a:cs typeface="Times New Roman" panose="02020603050405020304" pitchFamily="18" charset="0"/>
              </a:rPr>
              <a:t>embedded systems</a:t>
            </a:r>
            <a:r>
              <a:rPr lang="ro-RO"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dispozitive</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unde</a:t>
            </a:r>
            <a:r>
              <a:rPr lang="en-US" sz="1400" b="0" strike="noStrike" spc="-1" dirty="0">
                <a:solidFill>
                  <a:schemeClr val="dk1"/>
                </a:solidFill>
                <a:latin typeface="Times New Roman" panose="02020603050405020304" pitchFamily="18" charset="0"/>
                <a:cs typeface="Times New Roman" panose="02020603050405020304" pitchFamily="18" charset="0"/>
              </a:rPr>
              <a:t> memoria </a:t>
            </a:r>
            <a:r>
              <a:rPr lang="en-US" sz="1400" b="0" strike="noStrike" spc="-1" dirty="0" err="1">
                <a:solidFill>
                  <a:schemeClr val="dk1"/>
                </a:solidFill>
                <a:latin typeface="Times New Roman" panose="02020603050405020304" pitchFamily="18" charset="0"/>
                <a:cs typeface="Times New Roman" panose="02020603050405020304" pitchFamily="18" charset="0"/>
              </a:rPr>
              <a:t>si</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puterea</a:t>
            </a:r>
            <a:r>
              <a:rPr lang="en-US" sz="1400" b="0" strike="noStrike" spc="-1" dirty="0">
                <a:solidFill>
                  <a:schemeClr val="dk1"/>
                </a:solidFill>
                <a:latin typeface="Times New Roman" panose="02020603050405020304" pitchFamily="18" charset="0"/>
                <a:cs typeface="Times New Roman" panose="02020603050405020304" pitchFamily="18" charset="0"/>
              </a:rPr>
              <a:t> de </a:t>
            </a:r>
            <a:r>
              <a:rPr lang="en-US" sz="1400" b="0" strike="noStrike" spc="-1" dirty="0" err="1">
                <a:solidFill>
                  <a:schemeClr val="dk1"/>
                </a:solidFill>
                <a:latin typeface="Times New Roman" panose="02020603050405020304" pitchFamily="18" charset="0"/>
                <a:cs typeface="Times New Roman" panose="02020603050405020304" pitchFamily="18" charset="0"/>
              </a:rPr>
              <a:t>calcul</a:t>
            </a:r>
            <a:r>
              <a:rPr lang="en-US" sz="1400" b="0" strike="noStrike" spc="-1" dirty="0">
                <a:solidFill>
                  <a:schemeClr val="dk1"/>
                </a:solidFill>
                <a:latin typeface="Times New Roman" panose="02020603050405020304" pitchFamily="18" charset="0"/>
                <a:cs typeface="Times New Roman" panose="02020603050405020304" pitchFamily="18" charset="0"/>
              </a:rPr>
              <a:t> </a:t>
            </a:r>
            <a:r>
              <a:rPr lang="en-US" sz="1400" b="0" strike="noStrike" spc="-1" dirty="0" err="1">
                <a:solidFill>
                  <a:schemeClr val="dk1"/>
                </a:solidFill>
                <a:latin typeface="Times New Roman" panose="02020603050405020304" pitchFamily="18" charset="0"/>
                <a:cs typeface="Times New Roman" panose="02020603050405020304" pitchFamily="18" charset="0"/>
              </a:rPr>
              <a:t>conteaza</a:t>
            </a:r>
            <a:r>
              <a:rPr lang="ro-RO" sz="1400" b="0" strike="noStrike" spc="-1" dirty="0">
                <a:solidFill>
                  <a:schemeClr val="dk1"/>
                </a:solidFill>
                <a:latin typeface="Times New Roman" panose="02020603050405020304" pitchFamily="18" charset="0"/>
                <a:cs typeface="Times New Roman" panose="02020603050405020304" pitchFamily="18" charset="0"/>
              </a:rPr>
              <a:t>, cum ar fi cele de la PLC-uri</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D65220A-68FA-E057-9D5A-8631D59A6BA4}"/>
              </a:ext>
            </a:extLst>
          </p:cNvPr>
          <p:cNvPicPr>
            <a:picLocks noChangeAspect="1"/>
          </p:cNvPicPr>
          <p:nvPr/>
        </p:nvPicPr>
        <p:blipFill>
          <a:blip r:embed="rId2"/>
          <a:stretch>
            <a:fillRect/>
          </a:stretch>
        </p:blipFill>
        <p:spPr>
          <a:xfrm>
            <a:off x="7619927" y="1787897"/>
            <a:ext cx="3570503" cy="2312156"/>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1508759" y="4156560"/>
            <a:ext cx="3476195" cy="1325160"/>
          </a:xfrm>
          <a:prstGeom prst="rect">
            <a:avLst/>
          </a:prstGeom>
          <a:noFill/>
          <a:ln w="0">
            <a:noFill/>
          </a:ln>
        </p:spPr>
        <p:txBody>
          <a:bodyPr lIns="91440" tIns="45720" rIns="91440" bIns="45720" anchor="b">
            <a:noAutofit/>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DECI </a:t>
            </a:r>
            <a:r>
              <a:rPr lang="en-US"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Cum </a:t>
            </a:r>
            <a:r>
              <a:rPr lang="en-US"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func</a:t>
            </a: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ț</a:t>
            </a:r>
            <a:r>
              <a:rPr lang="en-US"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ionea</a:t>
            </a:r>
            <a:r>
              <a:rPr lang="ro-RO"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ză</a:t>
            </a:r>
            <a:r>
              <a:rPr lang="en-US"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 ECDSA</a:t>
            </a: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293" name="PlaceHolder 4"/>
          <p:cNvSpPr>
            <a:spLocks noGrp="1"/>
          </p:cNvSpPr>
          <p:nvPr>
            <p:ph type="sldNum" idx="65"/>
          </p:nvPr>
        </p:nvSpPr>
        <p:spPr>
          <a:xfrm>
            <a:off x="10700640" y="6356520"/>
            <a:ext cx="65268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3F2F6330-2E7F-4FC6-AD90-09BBFBF28882}" type="slidenum">
              <a:rPr lang="en-US" sz="900" b="0" strike="noStrike" spc="-1">
                <a:solidFill>
                  <a:schemeClr val="dk1">
                    <a:tint val="75000"/>
                  </a:schemeClr>
                </a:solidFill>
                <a:latin typeface="Tenorite"/>
              </a:rPr>
              <a:t>6</a:t>
            </a:fld>
            <a:endParaRPr lang="en-US" sz="900" b="0" strike="noStrike" spc="-1">
              <a:solidFill>
                <a:srgbClr val="000000"/>
              </a:solidFill>
              <a:latin typeface="Times New Roman"/>
            </a:endParaRPr>
          </a:p>
        </p:txBody>
      </p:sp>
      <p:sp>
        <p:nvSpPr>
          <p:cNvPr id="294" name="PlaceHolder 5"/>
          <p:cNvSpPr>
            <a:spLocks noGrp="1"/>
          </p:cNvSpPr>
          <p:nvPr>
            <p:ph/>
          </p:nvPr>
        </p:nvSpPr>
        <p:spPr>
          <a:xfrm>
            <a:off x="5919840" y="314640"/>
            <a:ext cx="5431680" cy="5402520"/>
          </a:xfrm>
          <a:prstGeom prst="rect">
            <a:avLst/>
          </a:prstGeom>
          <a:noFill/>
          <a:ln w="0">
            <a:noFill/>
          </a:ln>
        </p:spPr>
        <p:txBody>
          <a:bodyPr lIns="91440" tIns="45720" rIns="91440" bIns="45720" anchor="t">
            <a:noAutofit/>
          </a:bodyPr>
          <a:lstStyle/>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Este destul de simplu. Utilizatorul are o cheie privată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și cheia publică care este de forma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Q = d · G</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es-E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G este </a:t>
            </a:r>
            <a:r>
              <a:rPr lang="es-E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punctul</a:t>
            </a:r>
            <a:r>
              <a:rPr lang="es-E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s-E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generator</a:t>
            </a:r>
            <a:r>
              <a:rPr lang="es-E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 pe </a:t>
            </a:r>
            <a:r>
              <a:rPr lang="es-E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curba</a:t>
            </a:r>
            <a:r>
              <a:rPr lang="es-E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s-E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eliptic</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ă, cu ajutorul căruia se construiesc toate cheile publice</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se interpretează ca o lege de compoziție, adică operația aplicată pe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G</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însuși de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ori</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Pentru un mesaj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m</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se calculează </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hash-ul</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lui, H(m). Adică de la un mesaj lung se trece la un </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hash</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scurt =&gt; semnătura se va aplica pe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H(m)</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nu pe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m</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Se alege </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apo</a:t>
            </a:r>
            <a:r>
              <a:rPr lang="en-US"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i</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un </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nounce</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ro-RO" sz="1400" b="0"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aleator</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unic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k</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care se va folosi o singură dată pentru a se determina un punct pe curba (adică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k</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G</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Luăm coordonata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x</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 punctului obținut, căreia îi vom aplica modul q. Așa obținem formula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r</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x</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​mod</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q</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Asta înseamnă că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r</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depinde direct de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k</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Dacă folosești același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k</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înseamnă că va rezulta același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r</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pt-BR"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S</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e aplică apoi formula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s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k</a:t>
            </a:r>
            <a:r>
              <a:rPr lang="en-US" sz="1400" b="1" strike="noStrike" spc="-1" baseline="30000" dirty="0">
                <a:solidFill>
                  <a:schemeClr val="dk1">
                    <a:lumMod val="75000"/>
                    <a:lumOff val="25000"/>
                  </a:schemeClr>
                </a:solidFill>
                <a:latin typeface="Times New Roman" panose="02020603050405020304" pitchFamily="18" charset="0"/>
                <a:cs typeface="Times New Roman" panose="02020603050405020304" pitchFamily="18" charset="0"/>
              </a:rPr>
              <a:t> −1</a:t>
            </a:r>
            <a:r>
              <a:rPr lang="ro-RO" sz="1400" b="1" strike="noStrike" spc="-1" baseline="30000"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(H(m)</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d</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r)</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pt-BR"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mod</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q</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Asta se trimite mai departe. Mesajul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m</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și semnătura </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1" strike="noStrike" spc="-1" dirty="0" err="1">
                <a:solidFill>
                  <a:schemeClr val="dk1">
                    <a:lumMod val="75000"/>
                    <a:lumOff val="25000"/>
                  </a:schemeClr>
                </a:solidFill>
                <a:latin typeface="Times New Roman" panose="02020603050405020304" pitchFamily="18" charset="0"/>
                <a:cs typeface="Times New Roman" panose="02020603050405020304" pitchFamily="18" charset="0"/>
              </a:rPr>
              <a:t>r,s</a:t>
            </a:r>
            <a:r>
              <a:rPr lang="ro-RO" sz="1400" b="1" strike="noStrike" spc="-1" dirty="0">
                <a:solidFill>
                  <a:schemeClr val="dk1">
                    <a:lumMod val="75000"/>
                    <a:lumOff val="25000"/>
                  </a:schemeClr>
                </a:solidFill>
                <a:latin typeface="Times New Roman" panose="02020603050405020304" pitchFamily="18" charset="0"/>
                <a:cs typeface="Times New Roman" panose="02020603050405020304" pitchFamily="18" charset="0"/>
              </a:rPr>
              <a:t>)</a:t>
            </a:r>
            <a:r>
              <a:rPr lang="ro-RO"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rPr>
              <a:t>. Destinatarul nu știe cheia privată, nici k, dar poate să folosească cheia publică pentru a verifica validitatea semnăturii.</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5879690" y="2106673"/>
            <a:ext cx="6312310" cy="2644653"/>
          </a:xfrm>
          <a:prstGeom prst="rect">
            <a:avLst/>
          </a:prstGeom>
          <a:noFill/>
          <a:ln w="0">
            <a:noFill/>
          </a:ln>
        </p:spPr>
        <p:txBody>
          <a:bodyPr lIns="91440" tIns="45720" rIns="91440" bIns="45720" anchor="ctr">
            <a:noAutofit/>
          </a:bodyPr>
          <a:lstStyle/>
          <a:p>
            <a:pPr indent="0" algn="just" defTabSz="914400">
              <a:lnSpc>
                <a:spcPct val="90000"/>
              </a:lnSpc>
              <a:buNone/>
            </a:pPr>
            <a:r>
              <a:rPr lang="en-US" sz="36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APARE </a:t>
            </a:r>
            <a:r>
              <a:rPr lang="ro-RO" sz="36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Întrebarea:</a:t>
            </a:r>
            <a:br>
              <a:rPr sz="3600" dirty="0">
                <a:latin typeface="Times New Roman" panose="02020603050405020304" pitchFamily="18" charset="0"/>
                <a:cs typeface="Times New Roman" panose="02020603050405020304" pitchFamily="18" charset="0"/>
              </a:rPr>
            </a:br>
            <a:r>
              <a:rPr lang="ro-RO" sz="36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ce s-ar întâmpla dacă k se reutilizează cum a fost în cazul ps3?</a:t>
            </a:r>
            <a:endParaRPr lang="en-US" sz="3600" b="0" strike="noStrike" spc="-1"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TextBox 26"/>
          <p:cNvSpPr/>
          <p:nvPr/>
        </p:nvSpPr>
        <p:spPr>
          <a:xfrm>
            <a:off x="5810864" y="334196"/>
            <a:ext cx="5397550" cy="255309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914400">
              <a:lnSpc>
                <a:spcPct val="100000"/>
              </a:lnSpc>
            </a:pPr>
            <a:r>
              <a:rPr lang="ro-RO" sz="1600" b="0" strike="noStrike" spc="-1" dirty="0">
                <a:solidFill>
                  <a:schemeClr val="dk1"/>
                </a:solidFill>
                <a:latin typeface="Times New Roman" panose="02020603050405020304" pitchFamily="18" charset="0"/>
                <a:cs typeface="Times New Roman" panose="02020603050405020304" pitchFamily="18" charset="0"/>
              </a:rPr>
              <a:t>Simplu: toate punctele </a:t>
            </a:r>
            <a:r>
              <a:rPr lang="ro-RO" sz="1600" b="1" strike="noStrike" spc="-1" dirty="0">
                <a:solidFill>
                  <a:schemeClr val="dk1"/>
                </a:solidFill>
                <a:latin typeface="Times New Roman" panose="02020603050405020304" pitchFamily="18" charset="0"/>
                <a:cs typeface="Times New Roman" panose="02020603050405020304" pitchFamily="18" charset="0"/>
              </a:rPr>
              <a:t>k</a:t>
            </a:r>
            <a:r>
              <a:rPr lang="en-US" sz="1600" b="1" strike="noStrike" spc="-1" dirty="0">
                <a:solidFill>
                  <a:schemeClr val="dk1"/>
                </a:solidFill>
                <a:latin typeface="Times New Roman" panose="02020603050405020304" pitchFamily="18" charset="0"/>
                <a:cs typeface="Times New Roman" panose="02020603050405020304" pitchFamily="18" charset="0"/>
              </a:rPr>
              <a:t>·</a:t>
            </a:r>
            <a:r>
              <a:rPr lang="ro-RO" sz="1600" b="1" strike="noStrike" spc="-1" dirty="0">
                <a:solidFill>
                  <a:schemeClr val="dk1"/>
                </a:solidFill>
                <a:latin typeface="Times New Roman" panose="02020603050405020304" pitchFamily="18" charset="0"/>
                <a:cs typeface="Times New Roman" panose="02020603050405020304" pitchFamily="18" charset="0"/>
              </a:rPr>
              <a:t>G</a:t>
            </a:r>
            <a:r>
              <a:rPr lang="ro-RO" sz="1600" b="0" strike="noStrike" spc="-1" dirty="0">
                <a:solidFill>
                  <a:schemeClr val="dk1"/>
                </a:solidFill>
                <a:latin typeface="Times New Roman" panose="02020603050405020304" pitchFamily="18" charset="0"/>
                <a:cs typeface="Times New Roman" panose="02020603050405020304" pitchFamily="18" charset="0"/>
              </a:rPr>
              <a:t> sunt egale, deci coordonatele </a:t>
            </a:r>
            <a:r>
              <a:rPr lang="ro-RO" sz="1600" b="1" strike="noStrike" spc="-1" dirty="0">
                <a:solidFill>
                  <a:schemeClr val="dk1"/>
                </a:solidFill>
                <a:latin typeface="Times New Roman" panose="02020603050405020304" pitchFamily="18" charset="0"/>
                <a:cs typeface="Times New Roman" panose="02020603050405020304" pitchFamily="18" charset="0"/>
              </a:rPr>
              <a:t>x</a:t>
            </a:r>
            <a:r>
              <a:rPr lang="ro-RO" sz="1600" b="0" strike="noStrike" spc="-1" dirty="0">
                <a:solidFill>
                  <a:schemeClr val="dk1"/>
                </a:solidFill>
                <a:latin typeface="Times New Roman" panose="02020603050405020304" pitchFamily="18" charset="0"/>
                <a:cs typeface="Times New Roman" panose="02020603050405020304" pitchFamily="18" charset="0"/>
              </a:rPr>
              <a:t> devin aceleași =&gt; </a:t>
            </a:r>
            <a:r>
              <a:rPr lang="ro-RO" sz="1600" b="1" strike="noStrike" spc="-1" dirty="0">
                <a:solidFill>
                  <a:schemeClr val="dk1"/>
                </a:solidFill>
                <a:latin typeface="Times New Roman" panose="02020603050405020304" pitchFamily="18" charset="0"/>
                <a:cs typeface="Times New Roman" panose="02020603050405020304" pitchFamily="18" charset="0"/>
              </a:rPr>
              <a:t>r</a:t>
            </a:r>
            <a:r>
              <a:rPr lang="ro-RO" sz="1600" b="0" strike="noStrike" spc="-1" dirty="0">
                <a:solidFill>
                  <a:schemeClr val="dk1"/>
                </a:solidFill>
                <a:latin typeface="Times New Roman" panose="02020603050405020304" pitchFamily="18" charset="0"/>
                <a:cs typeface="Times New Roman" panose="02020603050405020304" pitchFamily="18" charset="0"/>
              </a:rPr>
              <a:t> este același</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ro-RO" sz="1600" b="0" strike="noStrike" spc="-1" dirty="0">
                <a:solidFill>
                  <a:schemeClr val="dk1"/>
                </a:solidFill>
                <a:latin typeface="Times New Roman" panose="02020603050405020304" pitchFamily="18" charset="0"/>
                <a:cs typeface="Times New Roman" panose="02020603050405020304" pitchFamily="18" charset="0"/>
              </a:rPr>
              <a:t>Deci, mesajele sunt diferite, dar avem tot același </a:t>
            </a:r>
            <a:r>
              <a:rPr lang="ro-RO" sz="1600" b="1" strike="noStrike" spc="-1" dirty="0">
                <a:solidFill>
                  <a:schemeClr val="dk1"/>
                </a:solidFill>
                <a:latin typeface="Times New Roman" panose="02020603050405020304" pitchFamily="18" charset="0"/>
                <a:cs typeface="Times New Roman" panose="02020603050405020304" pitchFamily="18" charset="0"/>
              </a:rPr>
              <a:t>r</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en-US" sz="1600" b="0" strike="noStrike" spc="-1" dirty="0">
                <a:solidFill>
                  <a:schemeClr val="dk1"/>
                </a:solidFill>
                <a:latin typeface="Times New Roman" panose="02020603050405020304" pitchFamily="18" charset="0"/>
                <a:cs typeface="Times New Roman" panose="02020603050405020304" pitchFamily="18" charset="0"/>
              </a:rPr>
              <a:t>S</a:t>
            </a:r>
            <a:r>
              <a:rPr lang="ro-RO" sz="1600" b="0" strike="noStrike" spc="-1" dirty="0">
                <a:solidFill>
                  <a:schemeClr val="dk1"/>
                </a:solidFill>
                <a:latin typeface="Times New Roman" panose="02020603050405020304" pitchFamily="18" charset="0"/>
                <a:cs typeface="Times New Roman" panose="02020603050405020304" pitchFamily="18" charset="0"/>
              </a:rPr>
              <a:t>ă luăm de exemplu m</a:t>
            </a:r>
            <a:r>
              <a:rPr lang="ro-RO" sz="1600" b="0" strike="noStrike" spc="-1" baseline="-25000" dirty="0">
                <a:solidFill>
                  <a:schemeClr val="dk1"/>
                </a:solidFill>
                <a:latin typeface="Times New Roman" panose="02020603050405020304" pitchFamily="18" charset="0"/>
                <a:cs typeface="Times New Roman" panose="02020603050405020304" pitchFamily="18" charset="0"/>
              </a:rPr>
              <a:t>1</a:t>
            </a:r>
            <a:r>
              <a:rPr lang="ro-RO" sz="1600" b="0" strike="noStrike" spc="-1" dirty="0">
                <a:solidFill>
                  <a:schemeClr val="dk1"/>
                </a:solidFill>
                <a:latin typeface="Times New Roman" panose="02020603050405020304" pitchFamily="18" charset="0"/>
                <a:cs typeface="Times New Roman" panose="02020603050405020304" pitchFamily="18" charset="0"/>
              </a:rPr>
              <a:t> și m</a:t>
            </a:r>
            <a:r>
              <a:rPr lang="ro-RO" sz="1600" b="0" strike="noStrike" spc="-1" baseline="-25000" dirty="0">
                <a:solidFill>
                  <a:schemeClr val="dk1"/>
                </a:solidFill>
                <a:latin typeface="Times New Roman" panose="02020603050405020304" pitchFamily="18" charset="0"/>
                <a:cs typeface="Times New Roman" panose="02020603050405020304" pitchFamily="18" charset="0"/>
              </a:rPr>
              <a:t>2</a:t>
            </a:r>
            <a:r>
              <a:rPr lang="ro-RO" sz="1600" b="0" strike="noStrike" spc="-1" dirty="0">
                <a:solidFill>
                  <a:schemeClr val="dk1"/>
                </a:solidFill>
                <a:latin typeface="Times New Roman" panose="02020603050405020304" pitchFamily="18" charset="0"/>
                <a:cs typeface="Times New Roman" panose="02020603050405020304" pitchFamily="18" charset="0"/>
              </a:rPr>
              <a:t> ca fiind două mesaje </a:t>
            </a:r>
            <a:r>
              <a:rPr lang="ro-RO" sz="1600" b="0" strike="noStrike" spc="-1" dirty="0" err="1">
                <a:solidFill>
                  <a:schemeClr val="dk1"/>
                </a:solidFill>
                <a:latin typeface="Times New Roman" panose="02020603050405020304" pitchFamily="18" charset="0"/>
                <a:cs typeface="Times New Roman" panose="02020603050405020304" pitchFamily="18" charset="0"/>
              </a:rPr>
              <a:t>distince</a:t>
            </a:r>
            <a:r>
              <a:rPr lang="ro-RO" sz="1600" b="0" strike="noStrike" spc="-1" dirty="0">
                <a:solidFill>
                  <a:schemeClr val="dk1"/>
                </a:solidFill>
                <a:latin typeface="Times New Roman" panose="02020603050405020304" pitchFamily="18" charset="0"/>
                <a:cs typeface="Times New Roman" panose="02020603050405020304" pitchFamily="18" charset="0"/>
              </a:rPr>
              <a:t>, cu </a:t>
            </a:r>
            <a:r>
              <a:rPr lang="ro-RO" sz="1600" b="0" strike="noStrike" spc="-1" dirty="0" err="1">
                <a:solidFill>
                  <a:schemeClr val="dk1"/>
                </a:solidFill>
                <a:latin typeface="Times New Roman" panose="02020603050405020304" pitchFamily="18" charset="0"/>
                <a:cs typeface="Times New Roman" panose="02020603050405020304" pitchFamily="18" charset="0"/>
              </a:rPr>
              <a:t>hash</a:t>
            </a:r>
            <a:r>
              <a:rPr lang="ro-RO" sz="1600" b="0" strike="noStrike" spc="-1" dirty="0">
                <a:solidFill>
                  <a:schemeClr val="dk1"/>
                </a:solidFill>
                <a:latin typeface="Times New Roman" panose="02020603050405020304" pitchFamily="18" charset="0"/>
                <a:cs typeface="Times New Roman" panose="02020603050405020304" pitchFamily="18" charset="0"/>
              </a:rPr>
              <a:t>-uri diferite., care au totuși același r.</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ro-RO" sz="1600" b="0" strike="noStrike" spc="-1" dirty="0">
                <a:solidFill>
                  <a:schemeClr val="dk1"/>
                </a:solidFill>
                <a:latin typeface="Times New Roman" panose="02020603050405020304" pitchFamily="18" charset="0"/>
                <a:cs typeface="Times New Roman" panose="02020603050405020304" pitchFamily="18" charset="0"/>
              </a:rPr>
              <a:t>K se va recupera foarte ușor folosind formula:</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ro-RO" sz="1600" b="0" strike="noStrike" spc="-1" dirty="0">
                <a:solidFill>
                  <a:schemeClr val="dk1"/>
                </a:solidFill>
                <a:latin typeface="Times New Roman" panose="02020603050405020304" pitchFamily="18" charset="0"/>
                <a:cs typeface="Times New Roman" panose="02020603050405020304" pitchFamily="18" charset="0"/>
              </a:rPr>
              <a:t>k </a:t>
            </a:r>
            <a:r>
              <a:rPr lang="en-US" sz="1600" b="0" strike="noStrike" spc="-1" dirty="0">
                <a:solidFill>
                  <a:schemeClr val="dk1"/>
                </a:solidFill>
                <a:latin typeface="Times New Roman" panose="02020603050405020304" pitchFamily="18" charset="0"/>
                <a:cs typeface="Times New Roman" panose="02020603050405020304" pitchFamily="18" charset="0"/>
              </a:rPr>
              <a:t>=</a:t>
            </a:r>
            <a:r>
              <a:rPr lang="ro-RO" sz="1600" b="0" strike="noStrike" spc="-1" dirty="0">
                <a:solidFill>
                  <a:schemeClr val="dk1"/>
                </a:solidFill>
                <a:latin typeface="Times New Roman" panose="02020603050405020304" pitchFamily="18" charset="0"/>
                <a:cs typeface="Times New Roman" panose="02020603050405020304" pitchFamily="18" charset="0"/>
              </a:rPr>
              <a:t> </a:t>
            </a:r>
            <a:r>
              <a:rPr lang="en-US" sz="1600" b="0" strike="noStrike" spc="-1" dirty="0">
                <a:solidFill>
                  <a:schemeClr val="dk1"/>
                </a:solidFill>
                <a:latin typeface="Times New Roman" panose="02020603050405020304" pitchFamily="18" charset="0"/>
                <a:cs typeface="Times New Roman" panose="02020603050405020304" pitchFamily="18" charset="0"/>
              </a:rPr>
              <a:t>(m</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1</a:t>
            </a:r>
            <a:r>
              <a:rPr lang="en-US" sz="1600" b="0" strike="noStrike" spc="-1" dirty="0">
                <a:solidFill>
                  <a:schemeClr val="dk1"/>
                </a:solidFill>
                <a:latin typeface="Times New Roman" panose="02020603050405020304" pitchFamily="18" charset="0"/>
                <a:cs typeface="Times New Roman" panose="02020603050405020304" pitchFamily="18" charset="0"/>
              </a:rPr>
              <a:t>​−m</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2</a:t>
            </a:r>
            <a:r>
              <a:rPr lang="en-US" sz="1600" b="0" strike="noStrike" spc="-1" dirty="0">
                <a:solidFill>
                  <a:schemeClr val="dk1"/>
                </a:solidFill>
                <a:latin typeface="Times New Roman" panose="02020603050405020304" pitchFamily="18" charset="0"/>
                <a:cs typeface="Times New Roman" panose="02020603050405020304" pitchFamily="18" charset="0"/>
              </a:rPr>
              <a:t>​)(s</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1</a:t>
            </a:r>
            <a:r>
              <a:rPr lang="en-US" sz="1600" b="0" strike="noStrike" spc="-1" dirty="0">
                <a:solidFill>
                  <a:schemeClr val="dk1"/>
                </a:solidFill>
                <a:latin typeface="Times New Roman" panose="02020603050405020304" pitchFamily="18" charset="0"/>
                <a:cs typeface="Times New Roman" panose="02020603050405020304" pitchFamily="18" charset="0"/>
              </a:rPr>
              <a:t>​−s</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2</a:t>
            </a:r>
            <a:r>
              <a:rPr lang="en-US" sz="1600" b="0" strike="noStrike" spc="-1" dirty="0">
                <a:solidFill>
                  <a:schemeClr val="dk1"/>
                </a:solidFill>
                <a:latin typeface="Times New Roman" panose="02020603050405020304" pitchFamily="18" charset="0"/>
                <a:cs typeface="Times New Roman" panose="02020603050405020304" pitchFamily="18" charset="0"/>
              </a:rPr>
              <a:t>​)</a:t>
            </a:r>
            <a:r>
              <a:rPr lang="en-US" sz="1600" b="0" strike="noStrike" spc="-1" baseline="30000" dirty="0">
                <a:solidFill>
                  <a:schemeClr val="dk1"/>
                </a:solidFill>
                <a:latin typeface="Times New Roman" panose="02020603050405020304" pitchFamily="18" charset="0"/>
                <a:cs typeface="Times New Roman" panose="02020603050405020304" pitchFamily="18" charset="0"/>
              </a:rPr>
              <a:t>−1</a:t>
            </a:r>
            <a:r>
              <a:rPr lang="ro-RO" sz="1600" b="0" strike="noStrike" spc="-1" dirty="0">
                <a:solidFill>
                  <a:schemeClr val="dk1"/>
                </a:solidFill>
                <a:latin typeface="Times New Roman" panose="02020603050405020304" pitchFamily="18" charset="0"/>
                <a:cs typeface="Times New Roman" panose="02020603050405020304" pitchFamily="18" charset="0"/>
              </a:rPr>
              <a:t> </a:t>
            </a:r>
            <a:r>
              <a:rPr lang="en-US" sz="1600" b="0" strike="noStrike" spc="-1" dirty="0">
                <a:solidFill>
                  <a:schemeClr val="dk1"/>
                </a:solidFill>
                <a:latin typeface="Times New Roman" panose="02020603050405020304" pitchFamily="18" charset="0"/>
                <a:cs typeface="Times New Roman" panose="02020603050405020304" pitchFamily="18" charset="0"/>
              </a:rPr>
              <a:t>mod</a:t>
            </a:r>
            <a:r>
              <a:rPr lang="ro-RO" sz="1600" b="0" strike="noStrike" spc="-1" dirty="0">
                <a:solidFill>
                  <a:schemeClr val="dk1"/>
                </a:solidFill>
                <a:latin typeface="Times New Roman" panose="02020603050405020304" pitchFamily="18" charset="0"/>
                <a:cs typeface="Times New Roman" panose="02020603050405020304" pitchFamily="18" charset="0"/>
              </a:rPr>
              <a:t> </a:t>
            </a:r>
            <a:r>
              <a:rPr lang="en-US" sz="1600" b="0" strike="noStrike" spc="-1" dirty="0">
                <a:solidFill>
                  <a:schemeClr val="dk1"/>
                </a:solidFill>
                <a:latin typeface="Times New Roman" panose="02020603050405020304" pitchFamily="18" charset="0"/>
                <a:cs typeface="Times New Roman" panose="02020603050405020304" pitchFamily="18" charset="0"/>
              </a:rPr>
              <a:t>q</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ro-RO" sz="1600" b="0" strike="noStrike" spc="-1" dirty="0">
                <a:solidFill>
                  <a:schemeClr val="dk1"/>
                </a:solidFill>
                <a:latin typeface="Times New Roman" panose="02020603050405020304" pitchFamily="18" charset="0"/>
                <a:cs typeface="Times New Roman" panose="02020603050405020304" pitchFamily="18" charset="0"/>
              </a:rPr>
              <a:t>Iar cheia privată folosind altă formulă simpatică:</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r>
              <a:rPr lang="en-US" sz="1600" b="0" strike="noStrike" spc="-1" dirty="0">
                <a:solidFill>
                  <a:schemeClr val="dk1"/>
                </a:solidFill>
                <a:latin typeface="Times New Roman" panose="02020603050405020304" pitchFamily="18" charset="0"/>
                <a:cs typeface="Times New Roman" panose="02020603050405020304" pitchFamily="18" charset="0"/>
              </a:rPr>
              <a:t>d = (s</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1</a:t>
            </a:r>
            <a:r>
              <a:rPr lang="en-US" sz="1600" b="0" strike="noStrike" spc="-1" dirty="0">
                <a:solidFill>
                  <a:schemeClr val="dk1"/>
                </a:solidFill>
                <a:latin typeface="Times New Roman" panose="02020603050405020304" pitchFamily="18" charset="0"/>
                <a:cs typeface="Times New Roman" panose="02020603050405020304" pitchFamily="18" charset="0"/>
              </a:rPr>
              <a:t>​k − m</a:t>
            </a:r>
            <a:r>
              <a:rPr lang="en-US" sz="1600" b="0" strike="noStrike" spc="-1" baseline="-25000" dirty="0">
                <a:solidFill>
                  <a:schemeClr val="dk1"/>
                </a:solidFill>
                <a:latin typeface="Times New Roman" panose="02020603050405020304" pitchFamily="18" charset="0"/>
                <a:cs typeface="Times New Roman" panose="02020603050405020304" pitchFamily="18" charset="0"/>
              </a:rPr>
              <a:t>1</a:t>
            </a:r>
            <a:r>
              <a:rPr lang="en-US" sz="1600" b="0" strike="noStrike" spc="-1" dirty="0">
                <a:solidFill>
                  <a:schemeClr val="dk1"/>
                </a:solidFill>
                <a:latin typeface="Times New Roman" panose="02020603050405020304" pitchFamily="18" charset="0"/>
                <a:cs typeface="Times New Roman" panose="02020603050405020304" pitchFamily="18" charset="0"/>
              </a:rPr>
              <a:t>​)r</a:t>
            </a:r>
            <a:r>
              <a:rPr lang="en-US" sz="1600" b="0" strike="noStrike" spc="-1" baseline="30000" dirty="0">
                <a:solidFill>
                  <a:schemeClr val="dk1"/>
                </a:solidFill>
                <a:latin typeface="Times New Roman" panose="02020603050405020304" pitchFamily="18" charset="0"/>
                <a:cs typeface="Times New Roman" panose="02020603050405020304" pitchFamily="18" charset="0"/>
              </a:rPr>
              <a:t>−1 </a:t>
            </a:r>
            <a:r>
              <a:rPr lang="en-US" sz="1600" b="0" strike="noStrike" spc="-1" dirty="0">
                <a:solidFill>
                  <a:schemeClr val="dk1"/>
                </a:solidFill>
                <a:latin typeface="Times New Roman" panose="02020603050405020304" pitchFamily="18" charset="0"/>
                <a:cs typeface="Times New Roman" panose="02020603050405020304" pitchFamily="18" charset="0"/>
              </a:rPr>
              <a:t>mod q</a:t>
            </a: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algn="just" defTabSz="914400">
              <a:lnSpc>
                <a:spcPct val="100000"/>
              </a:lnSpc>
            </a:pP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300" name="TextBox 1"/>
          <p:cNvSpPr/>
          <p:nvPr/>
        </p:nvSpPr>
        <p:spPr>
          <a:xfrm>
            <a:off x="413265" y="1136586"/>
            <a:ext cx="3232762" cy="162976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en-US" sz="2000" b="0" strike="noStrike" spc="-1" dirty="0" err="1">
                <a:solidFill>
                  <a:schemeClr val="dk1"/>
                </a:solidFill>
                <a:latin typeface="Times New Roman" panose="02020603050405020304" pitchFamily="18" charset="0"/>
                <a:cs typeface="Times New Roman" panose="02020603050405020304" pitchFamily="18" charset="0"/>
              </a:rPr>
              <a:t>Demonstra</a:t>
            </a:r>
            <a:r>
              <a:rPr lang="ro-RO" sz="2000" b="0" strike="noStrike" spc="-1" dirty="0" err="1">
                <a:solidFill>
                  <a:schemeClr val="dk1"/>
                </a:solidFill>
                <a:latin typeface="Times New Roman" panose="02020603050405020304" pitchFamily="18" charset="0"/>
                <a:cs typeface="Times New Roman" panose="02020603050405020304" pitchFamily="18" charset="0"/>
              </a:rPr>
              <a:t>ția</a:t>
            </a:r>
            <a:r>
              <a:rPr lang="en-US" sz="2000" b="0" strike="noStrike" spc="-1" dirty="0">
                <a:solidFill>
                  <a:schemeClr val="dk1"/>
                </a:solidFill>
                <a:latin typeface="Times New Roman" panose="02020603050405020304" pitchFamily="18" charset="0"/>
                <a:cs typeface="Times New Roman" panose="02020603050405020304" pitchFamily="18" charset="0"/>
              </a:rPr>
              <a:t> </a:t>
            </a:r>
            <a:r>
              <a:rPr lang="en-US" sz="2000" b="0" strike="noStrike" spc="-1" dirty="0" err="1">
                <a:solidFill>
                  <a:schemeClr val="dk1"/>
                </a:solidFill>
                <a:latin typeface="Times New Roman" panose="02020603050405020304" pitchFamily="18" charset="0"/>
                <a:cs typeface="Times New Roman" panose="02020603050405020304" pitchFamily="18" charset="0"/>
              </a:rPr>
              <a:t>cheii</a:t>
            </a:r>
            <a:r>
              <a:rPr lang="en-US" sz="2000" b="0" strike="noStrike" spc="-1" dirty="0">
                <a:solidFill>
                  <a:schemeClr val="dk1"/>
                </a:solidFill>
                <a:latin typeface="Times New Roman" panose="02020603050405020304" pitchFamily="18" charset="0"/>
                <a:cs typeface="Times New Roman" panose="02020603050405020304" pitchFamily="18" charset="0"/>
              </a:rPr>
              <a:t> private</a:t>
            </a:r>
            <a:r>
              <a:rPr lang="ro-RO" sz="2000" b="0" strike="noStrike" spc="-1" dirty="0">
                <a:solidFill>
                  <a:schemeClr val="dk1"/>
                </a:solidFill>
                <a:latin typeface="Times New Roman" panose="02020603050405020304" pitchFamily="18" charset="0"/>
                <a:cs typeface="Times New Roman" panose="02020603050405020304" pitchFamily="18" charset="0"/>
              </a:rPr>
              <a:t>:</a:t>
            </a:r>
            <a:br>
              <a:rPr sz="2000" dirty="0">
                <a:latin typeface="Times New Roman" panose="02020603050405020304" pitchFamily="18" charset="0"/>
                <a:cs typeface="Times New Roman" panose="02020603050405020304" pitchFamily="18" charset="0"/>
              </a:rPr>
            </a:br>
            <a:r>
              <a:rPr lang="pt-BR" sz="2000" b="0" strike="noStrike" spc="-1" dirty="0">
                <a:solidFill>
                  <a:schemeClr val="dk1"/>
                </a:solidFill>
                <a:latin typeface="Times New Roman" panose="02020603050405020304" pitchFamily="18" charset="0"/>
                <a:cs typeface="Times New Roman" panose="02020603050405020304" pitchFamily="18" charset="0"/>
              </a:rPr>
              <a:t>s = k⁻¹ (m + d·r) mod q =</a:t>
            </a:r>
            <a:r>
              <a:rPr lang="en-US" sz="2000" b="0" strike="noStrike" spc="-1" dirty="0">
                <a:solidFill>
                  <a:schemeClr val="dk1"/>
                </a:solidFill>
                <a:latin typeface="Times New Roman" panose="02020603050405020304" pitchFamily="18" charset="0"/>
                <a:cs typeface="Times New Roman" panose="02020603050405020304" pitchFamily="18" charset="0"/>
              </a:rPr>
              <a:t>&gt;</a:t>
            </a:r>
            <a:endParaRPr lang="ro-RO" sz="2000" b="0" strike="noStrike" spc="-1" dirty="0">
              <a:solidFill>
                <a:schemeClr val="dk1"/>
              </a:solidFill>
              <a:latin typeface="Times New Roman" panose="02020603050405020304" pitchFamily="18" charset="0"/>
              <a:cs typeface="Times New Roman" panose="02020603050405020304" pitchFamily="18" charset="0"/>
            </a:endParaRPr>
          </a:p>
          <a:p>
            <a:pPr defTabSz="914400">
              <a:lnSpc>
                <a:spcPct val="100000"/>
              </a:lnSpc>
            </a:pPr>
            <a:r>
              <a:rPr lang="en-US" sz="2000" b="0" strike="noStrike" spc="-1" dirty="0">
                <a:solidFill>
                  <a:schemeClr val="dk1"/>
                </a:solidFill>
                <a:latin typeface="Times New Roman" panose="02020603050405020304" pitchFamily="18" charset="0"/>
                <a:cs typeface="Times New Roman" panose="02020603050405020304" pitchFamily="18" charset="0"/>
              </a:rPr>
              <a:t> </a:t>
            </a:r>
            <a:r>
              <a:rPr lang="pt-BR" sz="2000" b="0" strike="noStrike" spc="-1" dirty="0">
                <a:solidFill>
                  <a:schemeClr val="dk1"/>
                </a:solidFill>
                <a:latin typeface="Times New Roman" panose="02020603050405020304" pitchFamily="18" charset="0"/>
                <a:cs typeface="Times New Roman" panose="02020603050405020304" pitchFamily="18" charset="0"/>
              </a:rPr>
              <a:t>s · k = m  + d · r =&gt;</a:t>
            </a:r>
            <a:endParaRPr lang="ro-RO" sz="2000" b="0" strike="noStrike" spc="-1" dirty="0">
              <a:solidFill>
                <a:schemeClr val="dk1"/>
              </a:solidFill>
              <a:latin typeface="Times New Roman" panose="02020603050405020304" pitchFamily="18" charset="0"/>
              <a:cs typeface="Times New Roman" panose="02020603050405020304" pitchFamily="18" charset="0"/>
            </a:endParaRPr>
          </a:p>
          <a:p>
            <a:pPr defTabSz="914400">
              <a:lnSpc>
                <a:spcPct val="100000"/>
              </a:lnSpc>
            </a:pPr>
            <a:r>
              <a:rPr lang="pt-BR" sz="2000" b="0" strike="noStrike" spc="-1" dirty="0">
                <a:solidFill>
                  <a:schemeClr val="dk1"/>
                </a:solidFill>
                <a:latin typeface="Times New Roman" panose="02020603050405020304" pitchFamily="18" charset="0"/>
                <a:cs typeface="Times New Roman" panose="02020603050405020304" pitchFamily="18" charset="0"/>
              </a:rPr>
              <a:t> d · r = s · k – m =&gt; </a:t>
            </a:r>
            <a:endParaRPr lang="ro-RO" sz="2000" b="0" strike="noStrike" spc="-1" dirty="0">
              <a:solidFill>
                <a:schemeClr val="dk1"/>
              </a:solidFill>
              <a:latin typeface="Times New Roman" panose="02020603050405020304" pitchFamily="18" charset="0"/>
              <a:cs typeface="Times New Roman" panose="02020603050405020304" pitchFamily="18" charset="0"/>
            </a:endParaRPr>
          </a:p>
          <a:p>
            <a:pPr defTabSz="914400">
              <a:lnSpc>
                <a:spcPct val="100000"/>
              </a:lnSpc>
            </a:pPr>
            <a:r>
              <a:rPr lang="da-DK" sz="2000" b="0" strike="noStrike" spc="-1" dirty="0">
                <a:solidFill>
                  <a:schemeClr val="dk1"/>
                </a:solidFill>
                <a:latin typeface="Times New Roman" panose="02020603050405020304" pitchFamily="18" charset="0"/>
                <a:cs typeface="Times New Roman" panose="02020603050405020304" pitchFamily="18" charset="0"/>
              </a:rPr>
              <a:t>direct formula</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0FCC635-35DF-E34B-90D1-C26B5A3FDD35}"/>
              </a:ext>
            </a:extLst>
          </p:cNvPr>
          <p:cNvPicPr>
            <a:picLocks noChangeAspect="1"/>
          </p:cNvPicPr>
          <p:nvPr/>
        </p:nvPicPr>
        <p:blipFill>
          <a:blip r:embed="rId2"/>
          <a:stretch>
            <a:fillRect/>
          </a:stretch>
        </p:blipFill>
        <p:spPr>
          <a:xfrm>
            <a:off x="5755081" y="3055715"/>
            <a:ext cx="5509116" cy="2683747"/>
          </a:xfrm>
          <a:prstGeom prst="rect">
            <a:avLst/>
          </a:prstGeom>
        </p:spPr>
      </p:pic>
      <p:cxnSp>
        <p:nvCxnSpPr>
          <p:cNvPr id="6" name="Straight Arrow Connector 5">
            <a:extLst>
              <a:ext uri="{FF2B5EF4-FFF2-40B4-BE49-F238E27FC236}">
                <a16:creationId xmlns:a16="http://schemas.microsoft.com/office/drawing/2014/main" id="{D37A6548-3A3D-CCCA-F3C4-3B95FA44512B}"/>
              </a:ext>
            </a:extLst>
          </p:cNvPr>
          <p:cNvCxnSpPr>
            <a:cxnSpLocks/>
            <a:stCxn id="300" idx="2"/>
          </p:cNvCxnSpPr>
          <p:nvPr/>
        </p:nvCxnSpPr>
        <p:spPr>
          <a:xfrm>
            <a:off x="2029646" y="2766348"/>
            <a:ext cx="3725435" cy="2893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heel spokes="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1885320" y="892080"/>
            <a:ext cx="8421480" cy="907223"/>
          </a:xfrm>
          <a:prstGeom prst="rect">
            <a:avLst/>
          </a:prstGeom>
          <a:noFill/>
          <a:ln w="0">
            <a:noFill/>
          </a:ln>
        </p:spPr>
        <p:txBody>
          <a:bodyPr lIns="91440" tIns="45720" rIns="91440" bIns="45720" anchor="ctr">
            <a:noAutofit/>
          </a:bodyPr>
          <a:lstStyle/>
          <a:p>
            <a:pPr indent="0" algn="ctr"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K diferit, dar slab</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312" name="PlaceHolder 2"/>
          <p:cNvSpPr>
            <a:spLocks noGrp="1"/>
          </p:cNvSpPr>
          <p:nvPr>
            <p:ph/>
          </p:nvPr>
        </p:nvSpPr>
        <p:spPr>
          <a:xfrm>
            <a:off x="1085760" y="2074680"/>
            <a:ext cx="10267560" cy="3775320"/>
          </a:xfrm>
          <a:prstGeom prst="rect">
            <a:avLst/>
          </a:prstGeom>
          <a:noFill/>
          <a:ln w="0">
            <a:noFill/>
          </a:ln>
        </p:spPr>
        <p:txBody>
          <a:bodyPr lIns="91440" tIns="45720" rIns="91440" bIns="45720" anchor="t">
            <a:normAutofit/>
          </a:bodyPr>
          <a:lstStyle/>
          <a:p>
            <a:pPr indent="0" algn="just" defTabSz="914400">
              <a:lnSpc>
                <a:spcPct val="100000"/>
              </a:lnSpc>
              <a:spcBef>
                <a:spcPts val="1001"/>
              </a:spcBef>
              <a:buNone/>
              <a:tabLst>
                <a:tab pos="0" algn="l"/>
              </a:tabLst>
            </a:pP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Dacă nonce-ul k nu este folosit de două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ori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dar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este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previzibil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sau</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slab</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adică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primii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câțiva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biți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sunt zero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sau</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deja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cunoscuți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atacul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se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transforma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într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problemă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matematică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denumită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Hidden Number Problem (HNP)</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loc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folos</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im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formulă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simplă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ca la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atacul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clasic</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acest</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atac</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folosește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tehnică</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mai</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avansată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numită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Lattice Reduction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Putem să ne gândim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la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asta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cum a</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încerca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rezolv</a:t>
            </a:r>
            <a:r>
              <a:rPr lang="ro-RO"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ăm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un puzzle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complicat</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iar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Lattice Reduction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ajută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descompu</a:t>
            </a:r>
            <a:r>
              <a:rPr lang="ro-RO"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nem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puzzle-ul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piese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mai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mici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mai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ușor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rezolvat</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defTabSz="914400">
              <a:lnSpc>
                <a:spcPct val="100000"/>
              </a:lnSpc>
              <a:spcBef>
                <a:spcPts val="1001"/>
              </a:spcBef>
              <a:buNone/>
              <a:tabLst>
                <a:tab pos="0" algn="l"/>
              </a:tabLst>
            </a:pP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Ce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înseamnă</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recuperare</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aproximativă</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br>
              <a:rPr sz="1400" dirty="0">
                <a:latin typeface="Times New Roman" panose="02020603050405020304" pitchFamily="18" charset="0"/>
                <a:cs typeface="Times New Roman" panose="02020603050405020304" pitchFamily="18" charset="0"/>
              </a:rPr>
            </a:b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Atacul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tip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Lattice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nu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da o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valoare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exactă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cheii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private,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dar</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o</a:t>
            </a:r>
            <a:r>
              <a:rPr lang="ro-RO"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feră</a:t>
            </a:r>
            <a:r>
              <a:rPr lang="ro-RO"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aproximare</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foarte</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bună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Cu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alte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cuvinte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dacă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nu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avem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exact nonce-ul,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putem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totuși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ghicim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cheia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privată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destul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aproape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realitate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2933640" y="892080"/>
            <a:ext cx="8421480" cy="629640"/>
          </a:xfrm>
          <a:prstGeom prst="rect">
            <a:avLst/>
          </a:prstGeom>
          <a:noFill/>
          <a:ln w="0">
            <a:noFill/>
          </a:ln>
        </p:spPr>
        <p:txBody>
          <a:bodyPr lIns="91440" tIns="45720" rIns="91440" bIns="45720" anchor="ctr">
            <a:noAutofit/>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Cum funcționează LATTICE </a:t>
            </a:r>
            <a:r>
              <a:rPr lang="ro-RO"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attack</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317" name="PlaceHolder 2"/>
          <p:cNvSpPr>
            <a:spLocks noGrp="1"/>
          </p:cNvSpPr>
          <p:nvPr>
            <p:ph/>
          </p:nvPr>
        </p:nvSpPr>
        <p:spPr>
          <a:xfrm>
            <a:off x="3015540" y="1682280"/>
            <a:ext cx="3792960" cy="3493440"/>
          </a:xfrm>
          <a:prstGeom prst="rect">
            <a:avLst/>
          </a:prstGeom>
          <a:noFill/>
          <a:ln w="0">
            <a:noFill/>
          </a:ln>
        </p:spPr>
        <p:txBody>
          <a:bodyPr lIns="91440" tIns="45720" rIns="91440" bIns="45720" anchor="t">
            <a:normAutofit/>
          </a:bodyPr>
          <a:lstStyle/>
          <a:p>
            <a:pPr indent="0" algn="just" defTabSz="914400">
              <a:lnSpc>
                <a:spcPct val="100000"/>
              </a:lnSpc>
              <a:spcBef>
                <a:spcPts val="1001"/>
              </a:spcBef>
              <a:buNone/>
              <a:tabLst>
                <a:tab pos="0" algn="l"/>
              </a:tabLst>
            </a:pP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Parțialitatea</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lui</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k</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br>
              <a:rPr sz="1400" dirty="0">
                <a:latin typeface="Times New Roman" panose="02020603050405020304" pitchFamily="18" charset="0"/>
                <a:cs typeface="Times New Roman" panose="02020603050405020304" pitchFamily="18" charset="0"/>
              </a:rPr>
            </a:b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D</a:t>
            </a:r>
            <a:r>
              <a:rPr lang="ro-RO"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upă</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cum am spus, d</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acă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prim</a:t>
            </a:r>
            <a:r>
              <a:rPr lang="ro-RO"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ii</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câ</a:t>
            </a:r>
            <a:r>
              <a:rPr lang="ro-RO"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țiva</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biți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ale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lui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k sunt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cunoscu</a:t>
            </a:r>
            <a:r>
              <a:rPr lang="ro-RO"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ți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sau</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zero</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atunci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Lattice Attack</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poate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construi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rețea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puncte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din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semnătura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ECDSA.</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Folosind</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semnăturile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și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informațiile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deja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cunoscute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atacul</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creează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o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rețea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ecuații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care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descriu</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structura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lui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k.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Apoi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folosind</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tehnici</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de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reducere</a:t>
            </a:r>
            <a:r>
              <a:rPr lang="en-US" sz="1400" b="1"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LLL (Lattice Reduction)</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încercăm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să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găsim</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valorile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1"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ascunse</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din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această</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r>
              <a:rPr lang="en-US"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rețea</a:t>
            </a:r>
            <a:r>
              <a:rPr lang="en-US"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sp>
        <p:nvSpPr>
          <p:cNvPr id="321" name="PlaceHolder 6"/>
          <p:cNvSpPr>
            <a:spLocks noGrp="1"/>
          </p:cNvSpPr>
          <p:nvPr>
            <p:ph/>
          </p:nvPr>
        </p:nvSpPr>
        <p:spPr>
          <a:xfrm>
            <a:off x="5374701" y="4512240"/>
            <a:ext cx="3228120" cy="1326960"/>
          </a:xfrm>
          <a:prstGeom prst="rect">
            <a:avLst/>
          </a:prstGeom>
          <a:noFill/>
          <a:ln w="0">
            <a:noFill/>
          </a:ln>
        </p:spPr>
        <p:txBody>
          <a:bodyPr lIns="91440" tIns="45720" rIns="91440" bIns="45720" anchor="t">
            <a:normAutofit/>
          </a:bodyPr>
          <a:lstStyle/>
          <a:p>
            <a:pPr indent="0" algn="just" defTabSz="914400">
              <a:lnSpc>
                <a:spcPct val="100000"/>
              </a:lnSpc>
              <a:spcBef>
                <a:spcPts val="1001"/>
              </a:spcBef>
              <a:buNone/>
              <a:tabLst>
                <a:tab pos="0" algn="l"/>
              </a:tabLst>
            </a:pPr>
            <a:r>
              <a:rPr lang="ro-RO" sz="1400" b="0" strike="noStrike" spc="49" dirty="0" err="1">
                <a:solidFill>
                  <a:schemeClr val="dk1">
                    <a:lumMod val="75000"/>
                    <a:lumOff val="25000"/>
                  </a:schemeClr>
                </a:solidFill>
                <a:latin typeface="Times New Roman" panose="02020603050405020304" pitchFamily="18" charset="0"/>
                <a:cs typeface="Times New Roman" panose="02020603050405020304" pitchFamily="18" charset="0"/>
              </a:rPr>
              <a:t>Analogie:unirea</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unor puncte pentru a forma un desen</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Nimeni nu știe exact ce e, dar putem aproxima cu o oarecare exactitate</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pic>
        <p:nvPicPr>
          <p:cNvPr id="322" name="Picture 21"/>
          <p:cNvPicPr/>
          <p:nvPr/>
        </p:nvPicPr>
        <p:blipFill>
          <a:blip r:embed="rId2"/>
          <a:stretch/>
        </p:blipFill>
        <p:spPr>
          <a:xfrm>
            <a:off x="8602821" y="2028116"/>
            <a:ext cx="3123720" cy="3726000"/>
          </a:xfrm>
          <a:prstGeom prst="rect">
            <a:avLst/>
          </a:prstGeom>
          <a:ln w="0">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5694120" y="769320"/>
            <a:ext cx="5431680" cy="1123560"/>
          </a:xfrm>
          <a:prstGeom prst="rect">
            <a:avLst/>
          </a:prstGeom>
          <a:noFill/>
          <a:ln w="0">
            <a:noFill/>
          </a:ln>
        </p:spPr>
        <p:txBody>
          <a:bodyPr lIns="91440" tIns="45720" rIns="91440" bIns="45720" anchor="t">
            <a:normAutofit fontScale="90336"/>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Alte tehnici de a descoperi cheile private de la semnăturile digitale</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8070357-91EA-DC2B-3202-73E0AD0458DF}"/>
              </a:ext>
            </a:extLst>
          </p:cNvPr>
          <p:cNvSpPr txBox="1"/>
          <p:nvPr/>
        </p:nvSpPr>
        <p:spPr>
          <a:xfrm>
            <a:off x="5694120" y="2349910"/>
            <a:ext cx="6055428" cy="3539430"/>
          </a:xfrm>
          <a:prstGeom prst="rect">
            <a:avLst/>
          </a:prstGeom>
          <a:noFill/>
        </p:spPr>
        <p:txBody>
          <a:bodyPr wrap="square" rtlCol="0">
            <a:spAutoFit/>
          </a:bodyPr>
          <a:lstStyle/>
          <a:p>
            <a:pPr algn="just"/>
            <a:r>
              <a:rPr lang="en-US" sz="1400" b="1" dirty="0">
                <a:latin typeface="Times New Roman" panose="02020603050405020304" pitchFamily="18" charset="0"/>
                <a:cs typeface="Times New Roman" panose="02020603050405020304" pitchFamily="18" charset="0"/>
              </a:rPr>
              <a:t>Side channel attacks:</a:t>
            </a: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Aceste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atacuri</a:t>
            </a:r>
            <a:r>
              <a:rPr lang="en-US" sz="1400" dirty="0">
                <a:latin typeface="Times New Roman" panose="02020603050405020304" pitchFamily="18" charset="0"/>
                <a:cs typeface="Times New Roman" panose="02020603050405020304" pitchFamily="18" charset="0"/>
              </a:rPr>
              <a:t> se </a:t>
            </a:r>
            <a:r>
              <a:rPr lang="en-US" sz="1400" dirty="0" err="1">
                <a:latin typeface="Times New Roman" panose="02020603050405020304" pitchFamily="18" charset="0"/>
                <a:cs typeface="Times New Roman" panose="02020603050405020304" pitchFamily="18" charset="0"/>
              </a:rPr>
              <a:t>bazează</a:t>
            </a:r>
            <a:r>
              <a:rPr lang="en-US" sz="1400" dirty="0">
                <a:latin typeface="Times New Roman" panose="02020603050405020304" pitchFamily="18" charset="0"/>
                <a:cs typeface="Times New Roman" panose="02020603050405020304" pitchFamily="18" charset="0"/>
              </a:rPr>
              <a:t> pe </a:t>
            </a:r>
            <a:r>
              <a:rPr lang="en-US" sz="1400" dirty="0" err="1">
                <a:latin typeface="Times New Roman" panose="02020603050405020304" pitchFamily="18" charset="0"/>
                <a:cs typeface="Times New Roman" panose="02020603050405020304" pitchFamily="18" charset="0"/>
              </a:rPr>
              <a:t>obținerea</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informații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fizice</a:t>
            </a:r>
            <a:r>
              <a:rPr lang="en-US" sz="1400" dirty="0">
                <a:latin typeface="Times New Roman" panose="02020603050405020304" pitchFamily="18" charset="0"/>
                <a:cs typeface="Times New Roman" panose="02020603050405020304" pitchFamily="18" charset="0"/>
              </a:rPr>
              <a:t> din </a:t>
            </a:r>
            <a:r>
              <a:rPr lang="en-US" sz="1400" dirty="0" err="1">
                <a:latin typeface="Times New Roman" panose="02020603050405020304" pitchFamily="18" charset="0"/>
                <a:cs typeface="Times New Roman" panose="02020603050405020304" pitchFamily="18" charset="0"/>
              </a:rPr>
              <a:t>implementările</a:t>
            </a:r>
            <a:r>
              <a:rPr lang="en-US" sz="1400" dirty="0">
                <a:latin typeface="Times New Roman" panose="02020603050405020304" pitchFamily="18" charset="0"/>
                <a:cs typeface="Times New Roman" panose="02020603050405020304" pitchFamily="18" charset="0"/>
              </a:rPr>
              <a:t> hardware ale </a:t>
            </a:r>
            <a:r>
              <a:rPr lang="en-US" sz="1400" dirty="0" err="1">
                <a:latin typeface="Times New Roman" panose="02020603050405020304" pitchFamily="18" charset="0"/>
                <a:cs typeface="Times New Roman" panose="02020603050405020304" pitchFamily="18" charset="0"/>
              </a:rPr>
              <a:t>algoritmilor</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semnătură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digitală</a:t>
            </a:r>
            <a:r>
              <a:rPr lang="en-US" sz="1400" dirty="0">
                <a:latin typeface="Times New Roman" panose="02020603050405020304" pitchFamily="18" charset="0"/>
                <a:cs typeface="Times New Roman" panose="02020603050405020304" pitchFamily="18" charset="0"/>
              </a:rPr>
              <a:t>. Prin </a:t>
            </a:r>
            <a:r>
              <a:rPr lang="en-US" sz="1400" dirty="0" err="1">
                <a:latin typeface="Times New Roman" panose="02020603050405020304" pitchFamily="18" charset="0"/>
                <a:cs typeface="Times New Roman" panose="02020603050405020304" pitchFamily="18" charset="0"/>
              </a:rPr>
              <a:t>măsurarea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consumului</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energie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sau</a:t>
            </a:r>
            <a:r>
              <a:rPr lang="en-US" sz="1400" dirty="0">
                <a:latin typeface="Times New Roman" panose="02020603050405020304" pitchFamily="18" charset="0"/>
                <a:cs typeface="Times New Roman" panose="02020603050405020304" pitchFamily="18" charset="0"/>
              </a:rPr>
              <a:t> a </a:t>
            </a:r>
            <a:r>
              <a:rPr lang="en-US" sz="1400" dirty="0" err="1">
                <a:latin typeface="Times New Roman" panose="02020603050405020304" pitchFamily="18" charset="0"/>
                <a:cs typeface="Times New Roman" panose="02020603050405020304" pitchFamily="18" charset="0"/>
              </a:rPr>
              <a:t>timpiilor</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execuție</a:t>
            </a:r>
            <a:r>
              <a:rPr lang="en-US" sz="1400" dirty="0">
                <a:latin typeface="Times New Roman" panose="02020603050405020304" pitchFamily="18" charset="0"/>
                <a:cs typeface="Times New Roman" panose="02020603050405020304" pitchFamily="18" charset="0"/>
              </a:rPr>
              <a:t> ai </a:t>
            </a:r>
            <a:r>
              <a:rPr lang="en-US" sz="1400" dirty="0" err="1">
                <a:latin typeface="Times New Roman" panose="02020603050405020304" pitchFamily="18" charset="0"/>
                <a:cs typeface="Times New Roman" panose="02020603050405020304" pitchFamily="18" charset="0"/>
              </a:rPr>
              <a:t>operațiunilor</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semnătură</a:t>
            </a:r>
            <a:r>
              <a:rPr lang="en-US" sz="1400" dirty="0">
                <a:latin typeface="Times New Roman" panose="02020603050405020304" pitchFamily="18" charset="0"/>
                <a:cs typeface="Times New Roman" panose="02020603050405020304" pitchFamily="18" charset="0"/>
              </a:rPr>
              <a:t> (precum </a:t>
            </a:r>
            <a:r>
              <a:rPr lang="en-US" sz="1400" dirty="0" err="1">
                <a:latin typeface="Times New Roman" panose="02020603050405020304" pitchFamily="18" charset="0"/>
                <a:cs typeface="Times New Roman" panose="02020603050405020304" pitchFamily="18" charset="0"/>
              </a:rPr>
              <a:t>adunarea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și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înmulțirea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punctelor</a:t>
            </a:r>
            <a:r>
              <a:rPr lang="en-US" sz="1400" dirty="0">
                <a:latin typeface="Times New Roman" panose="02020603050405020304" pitchFamily="18" charset="0"/>
                <a:cs typeface="Times New Roman" panose="02020603050405020304" pitchFamily="18" charset="0"/>
              </a:rPr>
              <a:t> pe </a:t>
            </a:r>
            <a:r>
              <a:rPr lang="en-US" sz="1400" dirty="0" err="1">
                <a:latin typeface="Times New Roman" panose="02020603050405020304" pitchFamily="18" charset="0"/>
                <a:cs typeface="Times New Roman" panose="02020603050405020304" pitchFamily="18" charset="0"/>
              </a:rPr>
              <a:t>curba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eliptică</a:t>
            </a:r>
            <a:r>
              <a:rPr lang="en-US" sz="1400" dirty="0">
                <a:latin typeface="Times New Roman" panose="02020603050405020304" pitchFamily="18" charset="0"/>
                <a:cs typeface="Times New Roman" panose="02020603050405020304" pitchFamily="18" charset="0"/>
              </a:rPr>
              <a:t>), un </a:t>
            </a:r>
            <a:r>
              <a:rPr lang="en-US" sz="1400" dirty="0" err="1">
                <a:latin typeface="Times New Roman" panose="02020603050405020304" pitchFamily="18" charset="0"/>
                <a:cs typeface="Times New Roman" panose="02020603050405020304" pitchFamily="18" charset="0"/>
              </a:rPr>
              <a:t>atacator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poate</a:t>
            </a:r>
            <a:r>
              <a:rPr lang="en-US" sz="1400" dirty="0">
                <a:latin typeface="Times New Roman" panose="02020603050405020304" pitchFamily="18" charset="0"/>
                <a:cs typeface="Times New Roman" panose="02020603050405020304" pitchFamily="18" charset="0"/>
              </a:rPr>
              <a:t> deduce </a:t>
            </a:r>
            <a:r>
              <a:rPr lang="en-US" sz="1400" dirty="0" err="1">
                <a:latin typeface="Times New Roman" panose="02020603050405020304" pitchFamily="18" charset="0"/>
                <a:cs typeface="Times New Roman" panose="02020603050405020304" pitchFamily="18" charset="0"/>
              </a:rPr>
              <a:t>cheia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privată</a:t>
            </a:r>
            <a:r>
              <a:rPr lang="en-US"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Atunci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când</a:t>
            </a:r>
            <a:r>
              <a:rPr lang="en-US" sz="1400" dirty="0">
                <a:latin typeface="Times New Roman" panose="02020603050405020304" pitchFamily="18" charset="0"/>
                <a:cs typeface="Times New Roman" panose="02020603050405020304" pitchFamily="18" charset="0"/>
              </a:rPr>
              <a:t> se </a:t>
            </a:r>
            <a:r>
              <a:rPr lang="en-US" sz="1400" dirty="0" err="1">
                <a:latin typeface="Times New Roman" panose="02020603050405020304" pitchFamily="18" charset="0"/>
                <a:cs typeface="Times New Roman" panose="02020603050405020304" pitchFamily="18" charset="0"/>
              </a:rPr>
              <a:t>creează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punctul</a:t>
            </a:r>
            <a:r>
              <a:rPr lang="en-US" sz="1400" dirty="0">
                <a:latin typeface="Times New Roman" panose="02020603050405020304" pitchFamily="18" charset="0"/>
                <a:cs typeface="Times New Roman" panose="02020603050405020304" pitchFamily="18" charset="0"/>
              </a:rPr>
              <a:t> generator G, </a:t>
            </a:r>
            <a:r>
              <a:rPr lang="en-US" sz="1400" dirty="0" err="1">
                <a:latin typeface="Times New Roman" panose="02020603050405020304" pitchFamily="18" charset="0"/>
                <a:cs typeface="Times New Roman" panose="02020603050405020304" pitchFamily="18" charset="0"/>
              </a:rPr>
              <a:t>există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mici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variații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în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puterea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transmisătorului</a:t>
            </a:r>
            <a:r>
              <a:rPr lang="en-US" sz="1400" dirty="0">
                <a:latin typeface="Times New Roman" panose="02020603050405020304" pitchFamily="18" charset="0"/>
                <a:cs typeface="Times New Roman" panose="02020603050405020304" pitchFamily="18" charset="0"/>
              </a:rPr>
              <a:t>. La </a:t>
            </a:r>
            <a:r>
              <a:rPr lang="en-US" sz="1400" dirty="0" err="1">
                <a:latin typeface="Times New Roman" panose="02020603050405020304" pitchFamily="18" charset="0"/>
                <a:cs typeface="Times New Roman" panose="02020603050405020304" pitchFamily="18" charset="0"/>
              </a:rPr>
              <a:t>fel</a:t>
            </a:r>
            <a:r>
              <a:rPr lang="en-US" sz="1400" dirty="0">
                <a:latin typeface="Times New Roman" panose="02020603050405020304" pitchFamily="18" charset="0"/>
                <a:cs typeface="Times New Roman" panose="02020603050405020304" pitchFamily="18" charset="0"/>
              </a:rPr>
              <a:t> ca o </a:t>
            </a:r>
            <a:r>
              <a:rPr lang="en-US" sz="1400" dirty="0" err="1">
                <a:latin typeface="Times New Roman" panose="02020603050405020304" pitchFamily="18" charset="0"/>
                <a:cs typeface="Times New Roman" panose="02020603050405020304" pitchFamily="18" charset="0"/>
              </a:rPr>
              <a:t>curbă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eliptică</a:t>
            </a:r>
            <a:r>
              <a:rPr lang="en-US" sz="1400" dirty="0">
                <a:latin typeface="Times New Roman" panose="02020603050405020304" pitchFamily="18" charset="0"/>
                <a:cs typeface="Times New Roman" panose="02020603050405020304" pitchFamily="18" charset="0"/>
              </a:rPr>
              <a:t> care </a:t>
            </a:r>
            <a:r>
              <a:rPr lang="en-US" sz="1400" dirty="0" err="1">
                <a:latin typeface="Times New Roman" panose="02020603050405020304" pitchFamily="18" charset="0"/>
                <a:cs typeface="Times New Roman" panose="02020603050405020304" pitchFamily="18" charset="0"/>
              </a:rPr>
              <a:t>poate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avea</a:t>
            </a:r>
            <a:r>
              <a:rPr lang="en-US" sz="1400" dirty="0">
                <a:latin typeface="Times New Roman" panose="02020603050405020304" pitchFamily="18" charset="0"/>
                <a:cs typeface="Times New Roman" panose="02020603050405020304" pitchFamily="18" charset="0"/>
              </a:rPr>
              <a:t> o </a:t>
            </a:r>
            <a:r>
              <a:rPr lang="en-US" sz="1400" dirty="0" err="1">
                <a:latin typeface="Times New Roman" panose="02020603050405020304" pitchFamily="18" charset="0"/>
                <a:cs typeface="Times New Roman" panose="02020603050405020304" pitchFamily="18" charset="0"/>
              </a:rPr>
              <a:t>formă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aproximativă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depinde</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parametrii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ași</a:t>
            </a:r>
            <a:r>
              <a:rPr lang="en-US" sz="1400" dirty="0">
                <a:latin typeface="Times New Roman" panose="02020603050405020304" pitchFamily="18" charset="0"/>
                <a:cs typeface="Times New Roman" panose="02020603050405020304" pitchFamily="18" charset="0"/>
              </a:rPr>
              <a:t> b, </a:t>
            </a:r>
            <a:r>
              <a:rPr lang="en-US" sz="1400" dirty="0" err="1">
                <a:latin typeface="Times New Roman" panose="02020603050405020304" pitchFamily="18" charset="0"/>
                <a:cs typeface="Times New Roman" panose="02020603050405020304" pitchFamily="18" charset="0"/>
              </a:rPr>
              <a:t>putem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aproxima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comportamentele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unei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semnături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digitale</a:t>
            </a:r>
            <a:r>
              <a:rPr lang="en-US" sz="1400" dirty="0">
                <a:latin typeface="Times New Roman" panose="02020603050405020304" pitchFamily="18" charset="0"/>
                <a:cs typeface="Times New Roman" panose="02020603050405020304" pitchFamily="18" charset="0"/>
              </a:rPr>
              <a:t>. Dacă </a:t>
            </a:r>
            <a:r>
              <a:rPr lang="en-US" sz="1400" dirty="0" err="1">
                <a:latin typeface="Times New Roman" panose="02020603050405020304" pitchFamily="18" charset="0"/>
                <a:cs typeface="Times New Roman" panose="02020603050405020304" pitchFamily="18" charset="0"/>
              </a:rPr>
              <a:t>dorim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obținem</a:t>
            </a:r>
            <a:r>
              <a:rPr lang="en-US" sz="1400" dirty="0">
                <a:latin typeface="Times New Roman" panose="02020603050405020304" pitchFamily="18" charset="0"/>
                <a:cs typeface="Times New Roman" panose="02020603050405020304" pitchFamily="18" charset="0"/>
              </a:rPr>
              <a:t> o </a:t>
            </a:r>
            <a:r>
              <a:rPr lang="en-US" sz="1400" dirty="0" err="1">
                <a:latin typeface="Times New Roman" panose="02020603050405020304" pitchFamily="18" charset="0"/>
                <a:cs typeface="Times New Roman" panose="02020603050405020304" pitchFamily="18" charset="0"/>
              </a:rPr>
              <a:t>formă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exactă</a:t>
            </a:r>
            <a:r>
              <a:rPr lang="en-US" sz="1400" dirty="0">
                <a:latin typeface="Times New Roman" panose="02020603050405020304" pitchFamily="18" charset="0"/>
                <a:cs typeface="Times New Roman" panose="02020603050405020304" pitchFamily="18" charset="0"/>
              </a:rPr>
              <a:t> a </a:t>
            </a:r>
            <a:r>
              <a:rPr lang="en-US" sz="1400" dirty="0" err="1">
                <a:latin typeface="Times New Roman" panose="02020603050405020304" pitchFamily="18" charset="0"/>
                <a:cs typeface="Times New Roman" panose="02020603050405020304" pitchFamily="18" charset="0"/>
              </a:rPr>
              <a:t>acestei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curbe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trebuie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să</a:t>
            </a:r>
            <a:r>
              <a:rPr lang="en-US" sz="1400" dirty="0">
                <a:latin typeface="Times New Roman" panose="02020603050405020304" pitchFamily="18" charset="0"/>
                <a:cs typeface="Times New Roman" panose="02020603050405020304" pitchFamily="18" charset="0"/>
              </a:rPr>
              <a:t> stim </a:t>
            </a:r>
            <a:r>
              <a:rPr lang="en-US" sz="1400" dirty="0" err="1">
                <a:latin typeface="Times New Roman" panose="02020603050405020304" pitchFamily="18" charset="0"/>
                <a:cs typeface="Times New Roman" panose="02020603050405020304" pitchFamily="18" charset="0"/>
              </a:rPr>
              <a:t>punctele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speciale</a:t>
            </a:r>
            <a:r>
              <a:rPr lang="en-US" sz="1400" dirty="0">
                <a:latin typeface="Times New Roman" panose="02020603050405020304" pitchFamily="18" charset="0"/>
                <a:cs typeface="Times New Roman" panose="02020603050405020304" pitchFamily="18" charset="0"/>
              </a:rPr>
              <a:t> pe care le </a:t>
            </a:r>
            <a:r>
              <a:rPr lang="en-US" sz="1400" dirty="0" err="1">
                <a:latin typeface="Times New Roman" panose="02020603050405020304" pitchFamily="18" charset="0"/>
                <a:cs typeface="Times New Roman" panose="02020603050405020304" pitchFamily="18" charset="0"/>
              </a:rPr>
              <a:t>putem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găsi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prin</a:t>
            </a:r>
            <a:r>
              <a:rPr lang="en-US" sz="1400" dirty="0">
                <a:latin typeface="Times New Roman" panose="02020603050405020304" pitchFamily="18" charset="0"/>
                <a:cs typeface="Times New Roman" panose="02020603050405020304" pitchFamily="18" charset="0"/>
              </a:rPr>
              <a:t> diverse </a:t>
            </a:r>
            <a:r>
              <a:rPr lang="en-US" sz="1400" dirty="0" err="1">
                <a:latin typeface="Times New Roman" panose="02020603050405020304" pitchFamily="18" charset="0"/>
                <a:cs typeface="Times New Roman" panose="02020603050405020304" pitchFamily="18" charset="0"/>
              </a:rPr>
              <a:t>metode</a:t>
            </a:r>
            <a:r>
              <a:rPr lang="en-US" sz="1400" dirty="0">
                <a:latin typeface="Times New Roman" panose="02020603050405020304" pitchFamily="18" charset="0"/>
                <a:cs typeface="Times New Roman" panose="02020603050405020304" pitchFamily="18" charset="0"/>
              </a:rPr>
              <a:t> de </a:t>
            </a:r>
            <a:r>
              <a:rPr lang="en-US" sz="1400" dirty="0" err="1">
                <a:latin typeface="Times New Roman" panose="02020603050405020304" pitchFamily="18" charset="0"/>
                <a:cs typeface="Times New Roman" panose="02020603050405020304" pitchFamily="18" charset="0"/>
              </a:rPr>
              <a:t>calcul</a:t>
            </a:r>
            <a:r>
              <a:rPr lang="en-US"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Pentru</a:t>
            </a:r>
            <a:r>
              <a:rPr lang="en-US" sz="1400" dirty="0">
                <a:latin typeface="Times New Roman" panose="02020603050405020304" pitchFamily="18" charset="0"/>
                <a:cs typeface="Times New Roman" panose="02020603050405020304" pitchFamily="18" charset="0"/>
              </a:rPr>
              <a:t> a </a:t>
            </a:r>
            <a:r>
              <a:rPr lang="en-US" sz="1400" dirty="0" err="1">
                <a:latin typeface="Times New Roman" panose="02020603050405020304" pitchFamily="18" charset="0"/>
                <a:cs typeface="Times New Roman" panose="02020603050405020304" pitchFamily="18" charset="0"/>
              </a:rPr>
              <a:t>ilustra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acest</a:t>
            </a:r>
            <a:r>
              <a:rPr lang="en-US" sz="1400" dirty="0">
                <a:latin typeface="Times New Roman" panose="02020603050405020304" pitchFamily="18" charset="0"/>
                <a:cs typeface="Times New Roman" panose="02020603050405020304" pitchFamily="18" charset="0"/>
              </a:rPr>
              <a:t> concept, </a:t>
            </a:r>
            <a:r>
              <a:rPr lang="en-US" sz="1400" dirty="0" err="1">
                <a:latin typeface="Times New Roman" panose="02020603050405020304" pitchFamily="18" charset="0"/>
                <a:cs typeface="Times New Roman" panose="02020603050405020304" pitchFamily="18" charset="0"/>
              </a:rPr>
              <a:t>putem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crea</a:t>
            </a:r>
            <a:r>
              <a:rPr lang="en-US" sz="1400" dirty="0">
                <a:latin typeface="Times New Roman" panose="02020603050405020304" pitchFamily="18" charset="0"/>
                <a:cs typeface="Times New Roman" panose="02020603050405020304" pitchFamily="18" charset="0"/>
              </a:rPr>
              <a:t> un </a:t>
            </a:r>
            <a:r>
              <a:rPr lang="en-US" sz="1400" b="1" dirty="0" err="1">
                <a:latin typeface="Times New Roman" panose="02020603050405020304" pitchFamily="18" charset="0"/>
                <a:cs typeface="Times New Roman" panose="02020603050405020304" pitchFamily="18" charset="0"/>
              </a:rPr>
              <a:t>grafic</a:t>
            </a:r>
            <a:r>
              <a:rPr lang="en-US" sz="1400" b="1" dirty="0">
                <a:latin typeface="Times New Roman" panose="02020603050405020304" pitchFamily="18" charset="0"/>
                <a:cs typeface="Times New Roman" panose="02020603050405020304" pitchFamily="18" charset="0"/>
              </a:rPr>
              <a:t> al </a:t>
            </a:r>
            <a:r>
              <a:rPr lang="en-US" sz="1400" b="1" dirty="0" err="1">
                <a:latin typeface="Times New Roman" panose="02020603050405020304" pitchFamily="18" charset="0"/>
                <a:cs typeface="Times New Roman" panose="02020603050405020304" pitchFamily="18" charset="0"/>
              </a:rPr>
              <a:t>curbei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eliptice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în</a:t>
            </a:r>
            <a:r>
              <a:rPr lang="en-US" sz="1400" dirty="0">
                <a:latin typeface="Times New Roman" panose="02020603050405020304" pitchFamily="18" charset="0"/>
                <a:cs typeface="Times New Roman" panose="02020603050405020304" pitchFamily="18" charset="0"/>
              </a:rPr>
              <a:t> care </a:t>
            </a:r>
            <a:r>
              <a:rPr lang="en-US" sz="1400" dirty="0" err="1">
                <a:latin typeface="Times New Roman" panose="02020603050405020304" pitchFamily="18" charset="0"/>
                <a:cs typeface="Times New Roman" panose="02020603050405020304" pitchFamily="18" charset="0"/>
              </a:rPr>
              <a:t>modificările</a:t>
            </a:r>
            <a:r>
              <a:rPr lang="en-US" sz="1400" dirty="0">
                <a:latin typeface="Times New Roman" panose="02020603050405020304" pitchFamily="18" charset="0"/>
                <a:cs typeface="Times New Roman" panose="02020603050405020304" pitchFamily="18" charset="0"/>
              </a:rPr>
              <a:t> discrete </a:t>
            </a:r>
            <a:r>
              <a:rPr lang="en-US" sz="1400" dirty="0" err="1">
                <a:latin typeface="Times New Roman" panose="02020603050405020304" pitchFamily="18" charset="0"/>
                <a:cs typeface="Times New Roman" panose="02020603050405020304" pitchFamily="18" charset="0"/>
              </a:rPr>
              <a:t>în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timp</a:t>
            </a:r>
            <a:r>
              <a:rPr lang="en-US" sz="1400" dirty="0">
                <a:latin typeface="Times New Roman" panose="02020603050405020304" pitchFamily="18" charset="0"/>
                <a:cs typeface="Times New Roman" panose="02020603050405020304" pitchFamily="18" charset="0"/>
              </a:rPr>
              <a:t> sunt </a:t>
            </a:r>
            <a:r>
              <a:rPr lang="en-US" sz="1400" dirty="0" err="1">
                <a:latin typeface="Times New Roman" panose="02020603050405020304" pitchFamily="18" charset="0"/>
                <a:cs typeface="Times New Roman" panose="02020603050405020304" pitchFamily="18" charset="0"/>
              </a:rPr>
              <a:t>reprezentate</a:t>
            </a:r>
            <a:r>
              <a:rPr lang="en-US" sz="1400" dirty="0">
                <a:latin typeface="Times New Roman" panose="02020603050405020304" pitchFamily="18" charset="0"/>
                <a:cs typeface="Times New Roman" panose="02020603050405020304" pitchFamily="18" charset="0"/>
              </a:rPr>
              <a:t> ca „</a:t>
            </a:r>
            <a:r>
              <a:rPr lang="en-US" sz="1400" dirty="0" err="1">
                <a:latin typeface="Times New Roman" panose="02020603050405020304" pitchFamily="18" charset="0"/>
                <a:cs typeface="Times New Roman" panose="02020603050405020304" pitchFamily="18" charset="0"/>
              </a:rPr>
              <a:t>impulsuri</a:t>
            </a:r>
            <a:r>
              <a:rPr lang="en-US" sz="1400" dirty="0">
                <a:latin typeface="Times New Roman" panose="02020603050405020304" pitchFamily="18" charset="0"/>
                <a:cs typeface="Times New Roman" panose="02020603050405020304" pitchFamily="18" charset="0"/>
              </a:rPr>
              <a:t>”. Aceste </a:t>
            </a:r>
            <a:r>
              <a:rPr lang="en-US" sz="1400" dirty="0" err="1">
                <a:latin typeface="Times New Roman" panose="02020603050405020304" pitchFamily="18" charset="0"/>
                <a:cs typeface="Times New Roman" panose="02020603050405020304" pitchFamily="18" charset="0"/>
              </a:rPr>
              <a:t>impulsuri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ar</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putea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să</a:t>
            </a:r>
            <a:r>
              <a:rPr lang="en-US" sz="1400" dirty="0">
                <a:latin typeface="Times New Roman" panose="02020603050405020304" pitchFamily="18" charset="0"/>
                <a:cs typeface="Times New Roman" panose="02020603050405020304" pitchFamily="18" charset="0"/>
              </a:rPr>
              <a:t> fie generate de </a:t>
            </a:r>
            <a:r>
              <a:rPr lang="en-US" sz="1400" dirty="0" err="1">
                <a:latin typeface="Times New Roman" panose="02020603050405020304" pitchFamily="18" charset="0"/>
                <a:cs typeface="Times New Roman" panose="02020603050405020304" pitchFamily="18" charset="0"/>
              </a:rPr>
              <a:t>parametrii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curbei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și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ofere</a:t>
            </a:r>
            <a:r>
              <a:rPr lang="en-US" sz="1400" dirty="0">
                <a:latin typeface="Times New Roman" panose="02020603050405020304" pitchFamily="18" charset="0"/>
                <a:cs typeface="Times New Roman" panose="02020603050405020304" pitchFamily="18" charset="0"/>
              </a:rPr>
              <a:t> o imagine </a:t>
            </a:r>
            <a:r>
              <a:rPr lang="en-US" sz="1400" dirty="0" err="1">
                <a:latin typeface="Times New Roman" panose="02020603050405020304" pitchFamily="18" charset="0"/>
                <a:cs typeface="Times New Roman" panose="02020603050405020304" pitchFamily="18" charset="0"/>
              </a:rPr>
              <a:t>vizuală</a:t>
            </a:r>
            <a:r>
              <a:rPr lang="en-US" sz="1400" dirty="0">
                <a:latin typeface="Times New Roman" panose="02020603050405020304" pitchFamily="18" charset="0"/>
                <a:cs typeface="Times New Roman" panose="02020603050405020304" pitchFamily="18" charset="0"/>
              </a:rPr>
              <a:t> a </a:t>
            </a:r>
            <a:r>
              <a:rPr lang="en-US" sz="1400" dirty="0" err="1">
                <a:latin typeface="Times New Roman" panose="02020603050405020304" pitchFamily="18" charset="0"/>
                <a:cs typeface="Times New Roman" panose="02020603050405020304" pitchFamily="18" charset="0"/>
              </a:rPr>
              <a:t>acestui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fenomen</a:t>
            </a:r>
            <a:r>
              <a:rPr lang="en-US" sz="1400"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2800" b="0" strike="noStrike" cap="all" spc="148">
                <a:solidFill>
                  <a:schemeClr val="dk1">
                    <a:lumMod val="75000"/>
                    <a:lumOff val="25000"/>
                  </a:schemeClr>
                </a:solidFill>
                <a:latin typeface="Tenorite"/>
              </a:rPr>
              <a:t>TWO-YEAR ACTION PLAN</a:t>
            </a:r>
            <a:endParaRPr lang="en-US" sz="2800" b="0" strike="noStrike" spc="-1">
              <a:solidFill>
                <a:schemeClr val="dk1"/>
              </a:solidFill>
              <a:latin typeface="Tenorite"/>
            </a:endParaRPr>
          </a:p>
        </p:txBody>
      </p:sp>
      <p:sp>
        <p:nvSpPr>
          <p:cNvPr id="340" name="Text Placeholder 31"/>
          <p:cNvSpPr/>
          <p:nvPr/>
        </p:nvSpPr>
        <p:spPr>
          <a:xfrm>
            <a:off x="2042280" y="2220840"/>
            <a:ext cx="2057040" cy="56160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3550"/>
          </a:bodyPr>
          <a:lstStyle/>
          <a:p>
            <a:pPr algn="ctr" defTabSz="914400">
              <a:lnSpc>
                <a:spcPct val="150000"/>
              </a:lnSpc>
              <a:spcBef>
                <a:spcPts val="1001"/>
              </a:spcBef>
              <a:tabLst>
                <a:tab pos="0" algn="l"/>
              </a:tabLst>
            </a:pPr>
            <a:r>
              <a:rPr lang="en-US" sz="1400" b="0" strike="noStrike" spc="148">
                <a:solidFill>
                  <a:schemeClr val="dk1"/>
                </a:solidFill>
                <a:latin typeface="Tenorite"/>
              </a:rPr>
              <a:t>DRAFT BLUEPRINTS</a:t>
            </a:r>
            <a:endParaRPr lang="en-US" sz="1400" b="0" strike="noStrike" spc="-1">
              <a:solidFill>
                <a:srgbClr val="000000"/>
              </a:solidFill>
              <a:latin typeface="Arial"/>
            </a:endParaRPr>
          </a:p>
        </p:txBody>
      </p:sp>
      <p:sp>
        <p:nvSpPr>
          <p:cNvPr id="341" name="Text Placeholder 31"/>
          <p:cNvSpPr/>
          <p:nvPr/>
        </p:nvSpPr>
        <p:spPr>
          <a:xfrm>
            <a:off x="5190120" y="2218680"/>
            <a:ext cx="2057400" cy="5616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algn="ctr" defTabSz="914400">
              <a:lnSpc>
                <a:spcPct val="150000"/>
              </a:lnSpc>
              <a:spcBef>
                <a:spcPts val="1001"/>
              </a:spcBef>
              <a:tabLst>
                <a:tab pos="0" algn="l"/>
              </a:tabLst>
            </a:pPr>
            <a:r>
              <a:rPr lang="en-US" sz="1400" b="0" strike="noStrike" spc="148">
                <a:solidFill>
                  <a:schemeClr val="dk1"/>
                </a:solidFill>
                <a:latin typeface="Tenorite"/>
              </a:rPr>
              <a:t>GATHER FEEDBACK</a:t>
            </a:r>
            <a:endParaRPr lang="en-US" sz="1400" b="0" strike="noStrike" spc="-1">
              <a:solidFill>
                <a:srgbClr val="000000"/>
              </a:solidFill>
              <a:latin typeface="Arial"/>
            </a:endParaRPr>
          </a:p>
        </p:txBody>
      </p:sp>
      <p:sp>
        <p:nvSpPr>
          <p:cNvPr id="342" name="Text Placeholder 31"/>
          <p:cNvSpPr/>
          <p:nvPr/>
        </p:nvSpPr>
        <p:spPr>
          <a:xfrm>
            <a:off x="9120960" y="2222280"/>
            <a:ext cx="2057400" cy="56160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3550"/>
          </a:bodyPr>
          <a:lstStyle/>
          <a:p>
            <a:pPr algn="ctr" defTabSz="914400">
              <a:lnSpc>
                <a:spcPct val="150000"/>
              </a:lnSpc>
              <a:spcBef>
                <a:spcPts val="1001"/>
              </a:spcBef>
              <a:tabLst>
                <a:tab pos="0" algn="l"/>
              </a:tabLst>
            </a:pPr>
            <a:r>
              <a:rPr lang="en-US" sz="1400" b="0" strike="noStrike" spc="148">
                <a:solidFill>
                  <a:schemeClr val="dk1"/>
                </a:solidFill>
                <a:latin typeface="Tenorite"/>
              </a:rPr>
              <a:t>DELIVER TO CLIENT</a:t>
            </a:r>
            <a:endParaRPr lang="en-US" sz="1400" b="0" strike="noStrike" spc="-1">
              <a:solidFill>
                <a:srgbClr val="000000"/>
              </a:solidFill>
              <a:latin typeface="Arial"/>
            </a:endParaRPr>
          </a:p>
        </p:txBody>
      </p:sp>
      <p:sp>
        <p:nvSpPr>
          <p:cNvPr id="343" name="PlaceHolder 2"/>
          <p:cNvSpPr>
            <a:spLocks noGrp="1"/>
          </p:cNvSpPr>
          <p:nvPr>
            <p:ph/>
          </p:nvPr>
        </p:nvSpPr>
        <p:spPr>
          <a:xfrm>
            <a:off x="914400" y="3354840"/>
            <a:ext cx="731160" cy="456840"/>
          </a:xfrm>
          <a:prstGeom prst="rect">
            <a:avLst/>
          </a:prstGeom>
          <a:noFill/>
          <a:ln w="0">
            <a:noFill/>
          </a:ln>
        </p:spPr>
        <p:txBody>
          <a:bodyPr lIns="91440" tIns="45720" rIns="91440" bIns="45720" anchor="ctr">
            <a:normAutofit lnSpcReduction="10000"/>
          </a:bodyPr>
          <a:lstStyle/>
          <a:p>
            <a:pPr indent="0" defTabSz="914400">
              <a:lnSpc>
                <a:spcPct val="90000"/>
              </a:lnSpc>
              <a:spcBef>
                <a:spcPts val="1001"/>
              </a:spcBef>
              <a:buNone/>
              <a:tabLst>
                <a:tab pos="0" algn="l"/>
              </a:tabLst>
            </a:pPr>
            <a:r>
              <a:rPr lang="en-US" sz="1400" b="1" strike="noStrike" spc="-1">
                <a:solidFill>
                  <a:schemeClr val="dk1">
                    <a:lumMod val="75000"/>
                    <a:lumOff val="25000"/>
                  </a:schemeClr>
                </a:solidFill>
                <a:latin typeface="Tenorite"/>
              </a:rPr>
              <a:t>20XX</a:t>
            </a:r>
            <a:endParaRPr lang="en-US" sz="1400" b="0" strike="noStrike" spc="-1">
              <a:solidFill>
                <a:schemeClr val="dk1">
                  <a:lumMod val="75000"/>
                  <a:lumOff val="25000"/>
                </a:schemeClr>
              </a:solidFill>
              <a:latin typeface="Tenorite"/>
            </a:endParaRPr>
          </a:p>
        </p:txBody>
      </p:sp>
      <p:sp>
        <p:nvSpPr>
          <p:cNvPr id="344" name="PlaceHolder 3"/>
          <p:cNvSpPr>
            <a:spLocks noGrp="1"/>
          </p:cNvSpPr>
          <p:nvPr>
            <p:ph/>
          </p:nvPr>
        </p:nvSpPr>
        <p:spPr>
          <a:xfrm>
            <a:off x="196596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JAN</a:t>
            </a:r>
          </a:p>
        </p:txBody>
      </p:sp>
      <p:sp>
        <p:nvSpPr>
          <p:cNvPr id="345" name="PlaceHolder 4"/>
          <p:cNvSpPr>
            <a:spLocks noGrp="1"/>
          </p:cNvSpPr>
          <p:nvPr>
            <p:ph/>
          </p:nvPr>
        </p:nvSpPr>
        <p:spPr>
          <a:xfrm>
            <a:off x="275400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FEB</a:t>
            </a:r>
          </a:p>
        </p:txBody>
      </p:sp>
      <p:sp>
        <p:nvSpPr>
          <p:cNvPr id="346" name="PlaceHolder 5"/>
          <p:cNvSpPr>
            <a:spLocks noGrp="1"/>
          </p:cNvSpPr>
          <p:nvPr>
            <p:ph/>
          </p:nvPr>
        </p:nvSpPr>
        <p:spPr>
          <a:xfrm>
            <a:off x="3541680" y="3502080"/>
            <a:ext cx="639720" cy="201240"/>
          </a:xfrm>
          <a:prstGeom prst="rect">
            <a:avLst/>
          </a:prstGeom>
          <a:noFill/>
          <a:ln w="0">
            <a:noFill/>
          </a:ln>
        </p:spPr>
        <p:txBody>
          <a:bodyPr lIns="91440" tIns="45720" rIns="91440" bIns="45720" anchor="t">
            <a:normAutofit fontScale="79445" lnSpcReduction="1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MAR</a:t>
            </a:r>
          </a:p>
        </p:txBody>
      </p:sp>
      <p:sp>
        <p:nvSpPr>
          <p:cNvPr id="347" name="PlaceHolder 6"/>
          <p:cNvSpPr>
            <a:spLocks noGrp="1"/>
          </p:cNvSpPr>
          <p:nvPr>
            <p:ph/>
          </p:nvPr>
        </p:nvSpPr>
        <p:spPr>
          <a:xfrm>
            <a:off x="432972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APR</a:t>
            </a:r>
          </a:p>
        </p:txBody>
      </p:sp>
      <p:sp>
        <p:nvSpPr>
          <p:cNvPr id="348" name="PlaceHolder 7"/>
          <p:cNvSpPr>
            <a:spLocks noGrp="1"/>
          </p:cNvSpPr>
          <p:nvPr>
            <p:ph/>
          </p:nvPr>
        </p:nvSpPr>
        <p:spPr>
          <a:xfrm>
            <a:off x="511776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MAY</a:t>
            </a:r>
          </a:p>
        </p:txBody>
      </p:sp>
      <p:sp>
        <p:nvSpPr>
          <p:cNvPr id="349" name="PlaceHolder 8"/>
          <p:cNvSpPr>
            <a:spLocks noGrp="1"/>
          </p:cNvSpPr>
          <p:nvPr>
            <p:ph/>
          </p:nvPr>
        </p:nvSpPr>
        <p:spPr>
          <a:xfrm>
            <a:off x="590544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JUN</a:t>
            </a:r>
          </a:p>
        </p:txBody>
      </p:sp>
      <p:sp>
        <p:nvSpPr>
          <p:cNvPr id="350" name="PlaceHolder 9"/>
          <p:cNvSpPr>
            <a:spLocks noGrp="1"/>
          </p:cNvSpPr>
          <p:nvPr>
            <p:ph/>
          </p:nvPr>
        </p:nvSpPr>
        <p:spPr>
          <a:xfrm>
            <a:off x="669348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JUL</a:t>
            </a:r>
          </a:p>
        </p:txBody>
      </p:sp>
      <p:sp>
        <p:nvSpPr>
          <p:cNvPr id="351" name="PlaceHolder 10"/>
          <p:cNvSpPr>
            <a:spLocks noGrp="1"/>
          </p:cNvSpPr>
          <p:nvPr>
            <p:ph/>
          </p:nvPr>
        </p:nvSpPr>
        <p:spPr>
          <a:xfrm>
            <a:off x="748152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AUG</a:t>
            </a:r>
          </a:p>
        </p:txBody>
      </p:sp>
      <p:sp>
        <p:nvSpPr>
          <p:cNvPr id="352" name="PlaceHolder 11"/>
          <p:cNvSpPr>
            <a:spLocks noGrp="1"/>
          </p:cNvSpPr>
          <p:nvPr>
            <p:ph/>
          </p:nvPr>
        </p:nvSpPr>
        <p:spPr>
          <a:xfrm>
            <a:off x="826920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SEP</a:t>
            </a:r>
          </a:p>
        </p:txBody>
      </p:sp>
      <p:sp>
        <p:nvSpPr>
          <p:cNvPr id="353" name="PlaceHolder 12"/>
          <p:cNvSpPr>
            <a:spLocks noGrp="1"/>
          </p:cNvSpPr>
          <p:nvPr>
            <p:ph/>
          </p:nvPr>
        </p:nvSpPr>
        <p:spPr>
          <a:xfrm>
            <a:off x="905724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OCT</a:t>
            </a:r>
          </a:p>
        </p:txBody>
      </p:sp>
      <p:sp>
        <p:nvSpPr>
          <p:cNvPr id="354" name="PlaceHolder 13"/>
          <p:cNvSpPr>
            <a:spLocks noGrp="1"/>
          </p:cNvSpPr>
          <p:nvPr>
            <p:ph/>
          </p:nvPr>
        </p:nvSpPr>
        <p:spPr>
          <a:xfrm>
            <a:off x="984528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NOV</a:t>
            </a:r>
          </a:p>
        </p:txBody>
      </p:sp>
      <p:sp>
        <p:nvSpPr>
          <p:cNvPr id="355" name="PlaceHolder 14"/>
          <p:cNvSpPr>
            <a:spLocks noGrp="1"/>
          </p:cNvSpPr>
          <p:nvPr>
            <p:ph/>
          </p:nvPr>
        </p:nvSpPr>
        <p:spPr>
          <a:xfrm>
            <a:off x="10632960" y="350208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DEC</a:t>
            </a:r>
          </a:p>
        </p:txBody>
      </p:sp>
      <p:sp>
        <p:nvSpPr>
          <p:cNvPr id="356" name="PlaceHolder 15"/>
          <p:cNvSpPr>
            <a:spLocks noGrp="1"/>
          </p:cNvSpPr>
          <p:nvPr>
            <p:ph/>
          </p:nvPr>
        </p:nvSpPr>
        <p:spPr>
          <a:xfrm>
            <a:off x="914400" y="4292640"/>
            <a:ext cx="731160" cy="456840"/>
          </a:xfrm>
          <a:prstGeom prst="rect">
            <a:avLst/>
          </a:prstGeom>
          <a:noFill/>
          <a:ln w="0">
            <a:noFill/>
          </a:ln>
        </p:spPr>
        <p:txBody>
          <a:bodyPr lIns="91440" tIns="45720" rIns="91440" bIns="45720" anchor="ctr">
            <a:normAutofit lnSpcReduction="10000"/>
          </a:bodyPr>
          <a:lstStyle/>
          <a:p>
            <a:pPr indent="0" defTabSz="914400">
              <a:lnSpc>
                <a:spcPct val="90000"/>
              </a:lnSpc>
              <a:spcBef>
                <a:spcPts val="1001"/>
              </a:spcBef>
              <a:buNone/>
              <a:tabLst>
                <a:tab pos="0" algn="l"/>
              </a:tabLst>
            </a:pPr>
            <a:r>
              <a:rPr lang="en-US" sz="1400" b="1" strike="noStrike" spc="-1">
                <a:solidFill>
                  <a:schemeClr val="dk1">
                    <a:lumMod val="75000"/>
                    <a:lumOff val="25000"/>
                  </a:schemeClr>
                </a:solidFill>
                <a:latin typeface="Tenorite"/>
              </a:rPr>
              <a:t>20XX</a:t>
            </a:r>
            <a:endParaRPr lang="en-US" sz="1400" b="0" strike="noStrike" spc="-1">
              <a:solidFill>
                <a:schemeClr val="dk1">
                  <a:lumMod val="75000"/>
                  <a:lumOff val="25000"/>
                </a:schemeClr>
              </a:solidFill>
              <a:latin typeface="Tenorite"/>
            </a:endParaRPr>
          </a:p>
        </p:txBody>
      </p:sp>
      <p:sp>
        <p:nvSpPr>
          <p:cNvPr id="357" name="PlaceHolder 16"/>
          <p:cNvSpPr>
            <a:spLocks noGrp="1"/>
          </p:cNvSpPr>
          <p:nvPr>
            <p:ph/>
          </p:nvPr>
        </p:nvSpPr>
        <p:spPr>
          <a:xfrm>
            <a:off x="196992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JAN</a:t>
            </a:r>
          </a:p>
        </p:txBody>
      </p:sp>
      <p:sp>
        <p:nvSpPr>
          <p:cNvPr id="358" name="PlaceHolder 17"/>
          <p:cNvSpPr>
            <a:spLocks noGrp="1"/>
          </p:cNvSpPr>
          <p:nvPr>
            <p:ph/>
          </p:nvPr>
        </p:nvSpPr>
        <p:spPr>
          <a:xfrm>
            <a:off x="275760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FEB</a:t>
            </a:r>
          </a:p>
        </p:txBody>
      </p:sp>
      <p:sp>
        <p:nvSpPr>
          <p:cNvPr id="359" name="PlaceHolder 18"/>
          <p:cNvSpPr>
            <a:spLocks noGrp="1"/>
          </p:cNvSpPr>
          <p:nvPr>
            <p:ph/>
          </p:nvPr>
        </p:nvSpPr>
        <p:spPr>
          <a:xfrm>
            <a:off x="3545280" y="4425840"/>
            <a:ext cx="639720" cy="201240"/>
          </a:xfrm>
          <a:prstGeom prst="rect">
            <a:avLst/>
          </a:prstGeom>
          <a:noFill/>
          <a:ln w="0">
            <a:noFill/>
          </a:ln>
        </p:spPr>
        <p:txBody>
          <a:bodyPr lIns="91440" tIns="45720" rIns="91440" bIns="45720" anchor="t">
            <a:normAutofit fontScale="79445" lnSpcReduction="1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MAR</a:t>
            </a:r>
          </a:p>
        </p:txBody>
      </p:sp>
      <p:sp>
        <p:nvSpPr>
          <p:cNvPr id="360" name="PlaceHolder 19"/>
          <p:cNvSpPr>
            <a:spLocks noGrp="1"/>
          </p:cNvSpPr>
          <p:nvPr>
            <p:ph/>
          </p:nvPr>
        </p:nvSpPr>
        <p:spPr>
          <a:xfrm>
            <a:off x="433296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APR</a:t>
            </a:r>
          </a:p>
        </p:txBody>
      </p:sp>
      <p:sp>
        <p:nvSpPr>
          <p:cNvPr id="361" name="PlaceHolder 20"/>
          <p:cNvSpPr>
            <a:spLocks noGrp="1"/>
          </p:cNvSpPr>
          <p:nvPr>
            <p:ph/>
          </p:nvPr>
        </p:nvSpPr>
        <p:spPr>
          <a:xfrm>
            <a:off x="512064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MAY</a:t>
            </a:r>
          </a:p>
        </p:txBody>
      </p:sp>
      <p:sp>
        <p:nvSpPr>
          <p:cNvPr id="362" name="PlaceHolder 21"/>
          <p:cNvSpPr>
            <a:spLocks noGrp="1"/>
          </p:cNvSpPr>
          <p:nvPr>
            <p:ph/>
          </p:nvPr>
        </p:nvSpPr>
        <p:spPr>
          <a:xfrm>
            <a:off x="590832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JUN</a:t>
            </a:r>
          </a:p>
        </p:txBody>
      </p:sp>
      <p:sp>
        <p:nvSpPr>
          <p:cNvPr id="363" name="PlaceHolder 22"/>
          <p:cNvSpPr>
            <a:spLocks noGrp="1"/>
          </p:cNvSpPr>
          <p:nvPr>
            <p:ph/>
          </p:nvPr>
        </p:nvSpPr>
        <p:spPr>
          <a:xfrm>
            <a:off x="669600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JUL</a:t>
            </a:r>
          </a:p>
        </p:txBody>
      </p:sp>
      <p:sp>
        <p:nvSpPr>
          <p:cNvPr id="364" name="PlaceHolder 23"/>
          <p:cNvSpPr>
            <a:spLocks noGrp="1"/>
          </p:cNvSpPr>
          <p:nvPr>
            <p:ph/>
          </p:nvPr>
        </p:nvSpPr>
        <p:spPr>
          <a:xfrm>
            <a:off x="748368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AUG</a:t>
            </a:r>
          </a:p>
        </p:txBody>
      </p:sp>
      <p:sp>
        <p:nvSpPr>
          <p:cNvPr id="365" name="PlaceHolder 24"/>
          <p:cNvSpPr>
            <a:spLocks noGrp="1"/>
          </p:cNvSpPr>
          <p:nvPr>
            <p:ph/>
          </p:nvPr>
        </p:nvSpPr>
        <p:spPr>
          <a:xfrm>
            <a:off x="827136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SEP</a:t>
            </a:r>
          </a:p>
        </p:txBody>
      </p:sp>
      <p:sp>
        <p:nvSpPr>
          <p:cNvPr id="366" name="PlaceHolder 25"/>
          <p:cNvSpPr>
            <a:spLocks noGrp="1"/>
          </p:cNvSpPr>
          <p:nvPr>
            <p:ph/>
          </p:nvPr>
        </p:nvSpPr>
        <p:spPr>
          <a:xfrm>
            <a:off x="905904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OCT</a:t>
            </a:r>
          </a:p>
        </p:txBody>
      </p:sp>
      <p:sp>
        <p:nvSpPr>
          <p:cNvPr id="367" name="PlaceHolder 26"/>
          <p:cNvSpPr>
            <a:spLocks noGrp="1"/>
          </p:cNvSpPr>
          <p:nvPr>
            <p:ph/>
          </p:nvPr>
        </p:nvSpPr>
        <p:spPr>
          <a:xfrm>
            <a:off x="984672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NOV</a:t>
            </a:r>
          </a:p>
        </p:txBody>
      </p:sp>
      <p:sp>
        <p:nvSpPr>
          <p:cNvPr id="368" name="PlaceHolder 27"/>
          <p:cNvSpPr>
            <a:spLocks noGrp="1"/>
          </p:cNvSpPr>
          <p:nvPr>
            <p:ph/>
          </p:nvPr>
        </p:nvSpPr>
        <p:spPr>
          <a:xfrm>
            <a:off x="10634400" y="4425840"/>
            <a:ext cx="639720" cy="201240"/>
          </a:xfrm>
          <a:prstGeom prst="rect">
            <a:avLst/>
          </a:prstGeom>
          <a:noFill/>
          <a:ln w="0">
            <a:noFill/>
          </a:ln>
        </p:spPr>
        <p:txBody>
          <a:bodyPr lIns="91440" tIns="45720" rIns="91440" bIns="45720" anchor="t">
            <a:normAutofit fontScale="86945" lnSpcReduction="20000"/>
          </a:bodyPr>
          <a:lstStyle/>
          <a:p>
            <a:pPr indent="0" algn="ctr" defTabSz="914400">
              <a:lnSpc>
                <a:spcPct val="90000"/>
              </a:lnSpc>
              <a:spcBef>
                <a:spcPts val="1001"/>
              </a:spcBef>
              <a:buNone/>
              <a:tabLst>
                <a:tab pos="0" algn="l"/>
              </a:tabLst>
            </a:pPr>
            <a:r>
              <a:rPr lang="en-US" sz="1000" b="0" strike="noStrike" spc="-1">
                <a:solidFill>
                  <a:schemeClr val="dk1">
                    <a:lumMod val="75000"/>
                    <a:lumOff val="25000"/>
                  </a:schemeClr>
                </a:solidFill>
                <a:latin typeface="Tenorite"/>
              </a:rPr>
              <a:t>DEC</a:t>
            </a:r>
          </a:p>
        </p:txBody>
      </p:sp>
      <p:cxnSp>
        <p:nvCxnSpPr>
          <p:cNvPr id="369" name="Straight Connector 44">
            <a:extLst>
              <a:ext uri="{C183D7F6-B498-43B3-948B-1728B52AA6E4}">
                <adec:decorative xmlns:adec="http://schemas.microsoft.com/office/drawing/2017/decorative" val="1"/>
              </a:ext>
            </a:extLst>
          </p:cNvPr>
          <p:cNvCxnSpPr>
            <a:endCxn id="370" idx="0"/>
          </p:cNvCxnSpPr>
          <p:nvPr/>
        </p:nvCxnSpPr>
        <p:spPr>
          <a:xfrm>
            <a:off x="3073680" y="2904480"/>
            <a:ext cx="3960" cy="533880"/>
          </a:xfrm>
          <a:prstGeom prst="straightConnector1">
            <a:avLst/>
          </a:prstGeom>
          <a:ln>
            <a:solidFill>
              <a:srgbClr val="000000"/>
            </a:solidFill>
          </a:ln>
        </p:spPr>
      </p:cxnSp>
      <p:cxnSp>
        <p:nvCxnSpPr>
          <p:cNvPr id="371" name="Straight Connector 52">
            <a:extLst>
              <a:ext uri="{C183D7F6-B498-43B3-948B-1728B52AA6E4}">
                <adec:decorative xmlns:adec="http://schemas.microsoft.com/office/drawing/2017/decorative" val="1"/>
              </a:ext>
            </a:extLst>
          </p:cNvPr>
          <p:cNvCxnSpPr>
            <a:endCxn id="372" idx="0"/>
          </p:cNvCxnSpPr>
          <p:nvPr/>
        </p:nvCxnSpPr>
        <p:spPr>
          <a:xfrm>
            <a:off x="6218640" y="2901600"/>
            <a:ext cx="6840" cy="538560"/>
          </a:xfrm>
          <a:prstGeom prst="straightConnector1">
            <a:avLst/>
          </a:prstGeom>
          <a:ln>
            <a:solidFill>
              <a:srgbClr val="000000"/>
            </a:solidFill>
          </a:ln>
        </p:spPr>
      </p:cxnSp>
      <p:cxnSp>
        <p:nvCxnSpPr>
          <p:cNvPr id="373" name="Straight Connector 54">
            <a:extLst>
              <a:ext uri="{C183D7F6-B498-43B3-948B-1728B52AA6E4}">
                <adec:decorative xmlns:adec="http://schemas.microsoft.com/office/drawing/2017/decorative" val="1"/>
              </a:ext>
            </a:extLst>
          </p:cNvPr>
          <p:cNvCxnSpPr>
            <a:endCxn id="374" idx="0"/>
          </p:cNvCxnSpPr>
          <p:nvPr/>
        </p:nvCxnSpPr>
        <p:spPr>
          <a:xfrm>
            <a:off x="10149840" y="2905560"/>
            <a:ext cx="360" cy="532800"/>
          </a:xfrm>
          <a:prstGeom prst="straightConnector1">
            <a:avLst/>
          </a:prstGeom>
          <a:ln>
            <a:solidFill>
              <a:srgbClr val="000000"/>
            </a:solidFill>
          </a:ln>
        </p:spPr>
      </p:cxnSp>
      <p:sp>
        <p:nvSpPr>
          <p:cNvPr id="370" name="Rectangle 32">
            <a:extLst>
              <a:ext uri="{C183D7F6-B498-43B3-948B-1728B52AA6E4}">
                <adec:decorative xmlns:adec="http://schemas.microsoft.com/office/drawing/2017/decorative" val="1"/>
              </a:ext>
            </a:extLst>
          </p:cNvPr>
          <p:cNvSpPr/>
          <p:nvPr/>
        </p:nvSpPr>
        <p:spPr>
          <a:xfrm>
            <a:off x="2814120" y="343800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72" name="Rectangle 33">
            <a:extLst>
              <a:ext uri="{C183D7F6-B498-43B3-948B-1728B52AA6E4}">
                <adec:decorative xmlns:adec="http://schemas.microsoft.com/office/drawing/2017/decorative" val="1"/>
              </a:ext>
            </a:extLst>
          </p:cNvPr>
          <p:cNvSpPr/>
          <p:nvPr/>
        </p:nvSpPr>
        <p:spPr>
          <a:xfrm>
            <a:off x="5961960" y="343980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74" name="Rectangle 34">
            <a:extLst>
              <a:ext uri="{C183D7F6-B498-43B3-948B-1728B52AA6E4}">
                <adec:decorative xmlns:adec="http://schemas.microsoft.com/office/drawing/2017/decorative" val="1"/>
              </a:ext>
            </a:extLst>
          </p:cNvPr>
          <p:cNvSpPr/>
          <p:nvPr/>
        </p:nvSpPr>
        <p:spPr>
          <a:xfrm>
            <a:off x="9886680" y="343800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75" name="Text Placeholder 31"/>
          <p:cNvSpPr/>
          <p:nvPr/>
        </p:nvSpPr>
        <p:spPr>
          <a:xfrm>
            <a:off x="1259280" y="5206320"/>
            <a:ext cx="2057400" cy="561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3550"/>
          </a:bodyPr>
          <a:lstStyle/>
          <a:p>
            <a:pPr algn="ctr" defTabSz="914400">
              <a:lnSpc>
                <a:spcPct val="150000"/>
              </a:lnSpc>
              <a:spcBef>
                <a:spcPts val="1001"/>
              </a:spcBef>
              <a:tabLst>
                <a:tab pos="0" algn="l"/>
              </a:tabLst>
            </a:pPr>
            <a:r>
              <a:rPr lang="en-US" sz="1400" b="0" strike="noStrike" spc="148">
                <a:solidFill>
                  <a:schemeClr val="dk1"/>
                </a:solidFill>
                <a:latin typeface="Tenorite"/>
              </a:rPr>
              <a:t>RUN FOCUS GROUPS</a:t>
            </a:r>
            <a:endParaRPr lang="en-US" sz="1400" b="0" strike="noStrike" spc="-1">
              <a:solidFill>
                <a:srgbClr val="000000"/>
              </a:solidFill>
              <a:latin typeface="Arial"/>
            </a:endParaRPr>
          </a:p>
        </p:txBody>
      </p:sp>
      <p:cxnSp>
        <p:nvCxnSpPr>
          <p:cNvPr id="376" name="Straight Connector 56">
            <a:extLst>
              <a:ext uri="{C183D7F6-B498-43B3-948B-1728B52AA6E4}">
                <adec:decorative xmlns:adec="http://schemas.microsoft.com/office/drawing/2017/decorative" val="1"/>
              </a:ext>
            </a:extLst>
          </p:cNvPr>
          <p:cNvCxnSpPr>
            <a:stCxn id="377" idx="2"/>
          </p:cNvCxnSpPr>
          <p:nvPr/>
        </p:nvCxnSpPr>
        <p:spPr>
          <a:xfrm>
            <a:off x="2285640" y="4638600"/>
            <a:ext cx="2520" cy="538200"/>
          </a:xfrm>
          <a:prstGeom prst="straightConnector1">
            <a:avLst/>
          </a:prstGeom>
          <a:ln>
            <a:solidFill>
              <a:srgbClr val="000000"/>
            </a:solidFill>
          </a:ln>
        </p:spPr>
      </p:cxnSp>
      <p:sp>
        <p:nvSpPr>
          <p:cNvPr id="378" name="Text Placeholder 31"/>
          <p:cNvSpPr/>
          <p:nvPr/>
        </p:nvSpPr>
        <p:spPr>
          <a:xfrm>
            <a:off x="4406760" y="5206320"/>
            <a:ext cx="2057400" cy="561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spcBef>
                <a:spcPts val="1001"/>
              </a:spcBef>
              <a:tabLst>
                <a:tab pos="0" algn="l"/>
              </a:tabLst>
            </a:pPr>
            <a:r>
              <a:rPr lang="en-US" sz="1400" b="0" strike="noStrike" spc="148">
                <a:solidFill>
                  <a:schemeClr val="dk1"/>
                </a:solidFill>
                <a:latin typeface="Tenorite"/>
              </a:rPr>
              <a:t>TEST DESIGN</a:t>
            </a:r>
            <a:endParaRPr lang="en-US" sz="1400" b="0" strike="noStrike" spc="-1">
              <a:solidFill>
                <a:srgbClr val="000000"/>
              </a:solidFill>
              <a:latin typeface="Arial"/>
            </a:endParaRPr>
          </a:p>
        </p:txBody>
      </p:sp>
      <p:cxnSp>
        <p:nvCxnSpPr>
          <p:cNvPr id="379" name="Straight Connector 60">
            <a:extLst>
              <a:ext uri="{C183D7F6-B498-43B3-948B-1728B52AA6E4}">
                <adec:decorative xmlns:adec="http://schemas.microsoft.com/office/drawing/2017/decorative" val="1"/>
              </a:ext>
            </a:extLst>
          </p:cNvPr>
          <p:cNvCxnSpPr>
            <a:stCxn id="380" idx="2"/>
          </p:cNvCxnSpPr>
          <p:nvPr/>
        </p:nvCxnSpPr>
        <p:spPr>
          <a:xfrm>
            <a:off x="5433840" y="4638600"/>
            <a:ext cx="1800" cy="538200"/>
          </a:xfrm>
          <a:prstGeom prst="straightConnector1">
            <a:avLst/>
          </a:prstGeom>
          <a:ln>
            <a:solidFill>
              <a:srgbClr val="000000"/>
            </a:solidFill>
          </a:ln>
        </p:spPr>
      </p:cxnSp>
      <p:sp>
        <p:nvSpPr>
          <p:cNvPr id="381" name="Text Placeholder 31"/>
          <p:cNvSpPr/>
          <p:nvPr/>
        </p:nvSpPr>
        <p:spPr>
          <a:xfrm>
            <a:off x="7581600" y="5206320"/>
            <a:ext cx="2057400" cy="561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spcBef>
                <a:spcPts val="1001"/>
              </a:spcBef>
              <a:tabLst>
                <a:tab pos="0" algn="l"/>
              </a:tabLst>
            </a:pPr>
            <a:r>
              <a:rPr lang="en-US" sz="1400" b="0" strike="noStrike" spc="148">
                <a:solidFill>
                  <a:schemeClr val="dk1"/>
                </a:solidFill>
                <a:latin typeface="Tenorite"/>
              </a:rPr>
              <a:t>LAUNCH DESIGN</a:t>
            </a:r>
            <a:endParaRPr lang="en-US" sz="1400" b="0" strike="noStrike" spc="-1">
              <a:solidFill>
                <a:srgbClr val="000000"/>
              </a:solidFill>
              <a:latin typeface="Arial"/>
            </a:endParaRPr>
          </a:p>
        </p:txBody>
      </p:sp>
      <p:cxnSp>
        <p:nvCxnSpPr>
          <p:cNvPr id="382" name="Straight Connector 64">
            <a:extLst>
              <a:ext uri="{C183D7F6-B498-43B3-948B-1728B52AA6E4}">
                <adec:decorative xmlns:adec="http://schemas.microsoft.com/office/drawing/2017/decorative" val="1"/>
              </a:ext>
            </a:extLst>
          </p:cNvPr>
          <p:cNvCxnSpPr>
            <a:stCxn id="383" idx="2"/>
          </p:cNvCxnSpPr>
          <p:nvPr/>
        </p:nvCxnSpPr>
        <p:spPr>
          <a:xfrm>
            <a:off x="8591760" y="4638600"/>
            <a:ext cx="360" cy="538200"/>
          </a:xfrm>
          <a:prstGeom prst="straightConnector1">
            <a:avLst/>
          </a:prstGeom>
          <a:ln>
            <a:solidFill>
              <a:srgbClr val="000000"/>
            </a:solidFill>
          </a:ln>
        </p:spPr>
      </p:cxnSp>
      <p:sp>
        <p:nvSpPr>
          <p:cNvPr id="377" name="Rectangle 47">
            <a:extLst>
              <a:ext uri="{C183D7F6-B498-43B3-948B-1728B52AA6E4}">
                <adec:decorative xmlns:adec="http://schemas.microsoft.com/office/drawing/2017/decorative" val="1"/>
              </a:ext>
            </a:extLst>
          </p:cNvPr>
          <p:cNvSpPr/>
          <p:nvPr/>
        </p:nvSpPr>
        <p:spPr>
          <a:xfrm>
            <a:off x="2022480" y="436392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80" name="Rectangle 50">
            <a:extLst>
              <a:ext uri="{C183D7F6-B498-43B3-948B-1728B52AA6E4}">
                <adec:decorative xmlns:adec="http://schemas.microsoft.com/office/drawing/2017/decorative" val="1"/>
              </a:ext>
            </a:extLst>
          </p:cNvPr>
          <p:cNvSpPr/>
          <p:nvPr/>
        </p:nvSpPr>
        <p:spPr>
          <a:xfrm>
            <a:off x="5170680" y="436392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83" name="Rectangle 57">
            <a:extLst>
              <a:ext uri="{C183D7F6-B498-43B3-948B-1728B52AA6E4}">
                <adec:decorative xmlns:adec="http://schemas.microsoft.com/office/drawing/2017/decorative" val="1"/>
              </a:ext>
            </a:extLst>
          </p:cNvPr>
          <p:cNvSpPr/>
          <p:nvPr/>
        </p:nvSpPr>
        <p:spPr>
          <a:xfrm>
            <a:off x="8328600" y="4363920"/>
            <a:ext cx="526680" cy="274680"/>
          </a:xfrm>
          <a:prstGeom prst="rect">
            <a:avLst/>
          </a:prstGeom>
          <a:noFill/>
          <a:ln w="6350">
            <a:solidFill>
              <a:srgbClr val="0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Tenorite"/>
            </a:endParaRPr>
          </a:p>
        </p:txBody>
      </p:sp>
      <p:sp>
        <p:nvSpPr>
          <p:cNvPr id="384" name="PlaceHolder 28"/>
          <p:cNvSpPr>
            <a:spLocks noGrp="1"/>
          </p:cNvSpPr>
          <p:nvPr>
            <p:ph type="dt" idx="8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900" b="0" strike="noStrike" spc="-1">
                <a:solidFill>
                  <a:schemeClr val="dk1">
                    <a:tint val="75000"/>
                  </a:schemeClr>
                </a:solidFill>
                <a:latin typeface="Tenorite"/>
              </a:defRPr>
            </a:lvl1pPr>
          </a:lstStyle>
          <a:p>
            <a:pPr indent="0" defTabSz="914400">
              <a:lnSpc>
                <a:spcPct val="100000"/>
              </a:lnSpc>
              <a:buNone/>
            </a:pPr>
            <a:r>
              <a:rPr lang="en-US" sz="900" b="0" strike="noStrike" spc="-1">
                <a:solidFill>
                  <a:schemeClr val="dk1">
                    <a:tint val="75000"/>
                  </a:schemeClr>
                </a:solidFill>
                <a:latin typeface="Tenorite"/>
              </a:rPr>
              <a:t>20XX</a:t>
            </a:r>
            <a:endParaRPr lang="en-US" sz="900" b="0" strike="noStrike" spc="-1">
              <a:solidFill>
                <a:srgbClr val="000000"/>
              </a:solidFill>
              <a:latin typeface="Times New Roman"/>
            </a:endParaRPr>
          </a:p>
        </p:txBody>
      </p:sp>
      <p:sp>
        <p:nvSpPr>
          <p:cNvPr id="385" name="PlaceHolder 29"/>
          <p:cNvSpPr>
            <a:spLocks noGrp="1"/>
          </p:cNvSpPr>
          <p:nvPr>
            <p:ph type="ftr" idx="81"/>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900" b="0" strike="noStrike" spc="-1">
                <a:solidFill>
                  <a:schemeClr val="dk1">
                    <a:tint val="75000"/>
                  </a:schemeClr>
                </a:solidFill>
                <a:latin typeface="Tenorite"/>
              </a:defRPr>
            </a:lvl1pPr>
          </a:lstStyle>
          <a:p>
            <a:pPr indent="0" algn="ctr" defTabSz="914400">
              <a:lnSpc>
                <a:spcPct val="100000"/>
              </a:lnSpc>
              <a:buNone/>
            </a:pPr>
            <a:r>
              <a:rPr lang="en-US" sz="900" b="0" strike="noStrike" spc="-1">
                <a:solidFill>
                  <a:schemeClr val="dk1">
                    <a:tint val="75000"/>
                  </a:schemeClr>
                </a:solidFill>
                <a:latin typeface="Tenorite"/>
              </a:rPr>
              <a:t>Pitch Deck</a:t>
            </a:r>
            <a:endParaRPr lang="en-US" sz="900" b="0" strike="noStrike" spc="-1">
              <a:solidFill>
                <a:srgbClr val="000000"/>
              </a:solidFill>
              <a:latin typeface="Times New Roman"/>
            </a:endParaRPr>
          </a:p>
        </p:txBody>
      </p:sp>
      <p:sp>
        <p:nvSpPr>
          <p:cNvPr id="386" name="PlaceHolder 30"/>
          <p:cNvSpPr>
            <a:spLocks noGrp="1"/>
          </p:cNvSpPr>
          <p:nvPr>
            <p:ph type="sldNum" idx="8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900" b="0" strike="noStrike" spc="-1">
                <a:solidFill>
                  <a:schemeClr val="dk1">
                    <a:tint val="75000"/>
                  </a:schemeClr>
                </a:solidFill>
                <a:latin typeface="Tenorite"/>
              </a:defRPr>
            </a:lvl1pPr>
          </a:lstStyle>
          <a:p>
            <a:pPr indent="0" algn="r" defTabSz="914400">
              <a:lnSpc>
                <a:spcPct val="100000"/>
              </a:lnSpc>
              <a:buNone/>
            </a:pPr>
            <a:fld id="{A7FDD168-93C4-4F19-9B4B-34A36BE6343D}" type="slidenum">
              <a:rPr lang="en-US" sz="900" b="0" strike="noStrike" spc="-1">
                <a:solidFill>
                  <a:schemeClr val="dk1">
                    <a:tint val="75000"/>
                  </a:schemeClr>
                </a:solidFill>
                <a:latin typeface="Tenorite"/>
              </a:rPr>
              <a:t>12</a:t>
            </a:fld>
            <a:endParaRPr lang="en-US" sz="900" b="0" strike="noStrike" spc="-1">
              <a:solidFill>
                <a:srgbClr val="000000"/>
              </a:solidFill>
              <a:latin typeface="Times New Roman"/>
            </a:endParaRPr>
          </a:p>
        </p:txBody>
      </p:sp>
      <p:pic>
        <p:nvPicPr>
          <p:cNvPr id="387" name="Picture 4"/>
          <p:cNvPicPr/>
          <p:nvPr/>
        </p:nvPicPr>
        <p:blipFill>
          <a:blip r:embed="rId2"/>
          <a:stretch/>
        </p:blipFill>
        <p:spPr>
          <a:xfrm>
            <a:off x="-28800" y="-78480"/>
            <a:ext cx="12249360" cy="8192160"/>
          </a:xfrm>
          <a:prstGeom prst="rect">
            <a:avLst/>
          </a:prstGeom>
          <a:ln w="0">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4994787" y="462240"/>
            <a:ext cx="5827533" cy="1204560"/>
          </a:xfrm>
          <a:prstGeom prst="rect">
            <a:avLst/>
          </a:prstGeom>
          <a:noFill/>
          <a:ln w="0">
            <a:noFill/>
          </a:ln>
        </p:spPr>
        <p:txBody>
          <a:bodyPr lIns="91440" tIns="45720" rIns="91440" bIns="45720" anchor="b">
            <a:noAutofit/>
          </a:bodyPr>
          <a:lstStyle/>
          <a:p>
            <a:pPr indent="0" defTabSz="914400">
              <a:lnSpc>
                <a:spcPct val="90000"/>
              </a:lnSpc>
              <a:buNone/>
            </a:pPr>
            <a:r>
              <a:rPr lang="ro-RO" sz="2800" b="0" strike="noStrike" cap="all" spc="148" dirty="0">
                <a:solidFill>
                  <a:schemeClr val="dk1">
                    <a:lumMod val="75000"/>
                    <a:lumOff val="25000"/>
                  </a:schemeClr>
                </a:solidFill>
                <a:latin typeface="Times New Roman" panose="02020603050405020304" pitchFamily="18" charset="0"/>
                <a:cs typeface="Times New Roman" panose="02020603050405020304" pitchFamily="18" charset="0"/>
              </a:rPr>
              <a:t>Totuși, există o </a:t>
            </a:r>
            <a:r>
              <a:rPr lang="ro-RO" sz="2800" b="0" strike="noStrike" cap="all" spc="148" dirty="0" err="1">
                <a:solidFill>
                  <a:schemeClr val="dk1">
                    <a:lumMod val="75000"/>
                    <a:lumOff val="25000"/>
                  </a:schemeClr>
                </a:solidFill>
                <a:latin typeface="Times New Roman" panose="02020603050405020304" pitchFamily="18" charset="0"/>
                <a:cs typeface="Times New Roman" panose="02020603050405020304" pitchFamily="18" charset="0"/>
              </a:rPr>
              <a:t>problem</a:t>
            </a:r>
            <a:r>
              <a:rPr lang="ro-RO" sz="2800" cap="all" spc="148" dirty="0" err="1">
                <a:solidFill>
                  <a:schemeClr val="dk1">
                    <a:lumMod val="75000"/>
                    <a:lumOff val="25000"/>
                  </a:schemeClr>
                </a:solidFill>
                <a:latin typeface="Times New Roman" panose="02020603050405020304" pitchFamily="18" charset="0"/>
                <a:cs typeface="Times New Roman" panose="02020603050405020304" pitchFamily="18" charset="0"/>
              </a:rPr>
              <a:t>Ă</a:t>
            </a:r>
            <a:endParaRPr lang="en-US" sz="2800" b="0" strike="noStrike" spc="-1" dirty="0">
              <a:solidFill>
                <a:schemeClr val="dk1"/>
              </a:solidFill>
              <a:latin typeface="Times New Roman" panose="02020603050405020304" pitchFamily="18" charset="0"/>
              <a:cs typeface="Times New Roman" panose="02020603050405020304" pitchFamily="18" charset="0"/>
            </a:endParaRPr>
          </a:p>
        </p:txBody>
      </p:sp>
      <p:sp>
        <p:nvSpPr>
          <p:cNvPr id="389" name="PlaceHolder 2"/>
          <p:cNvSpPr>
            <a:spLocks noGrp="1"/>
          </p:cNvSpPr>
          <p:nvPr>
            <p:ph/>
          </p:nvPr>
        </p:nvSpPr>
        <p:spPr>
          <a:xfrm>
            <a:off x="5113080" y="2025445"/>
            <a:ext cx="5111280" cy="4070555"/>
          </a:xfrm>
          <a:prstGeom prst="rect">
            <a:avLst/>
          </a:prstGeom>
          <a:noFill/>
          <a:ln w="0">
            <a:noFill/>
          </a:ln>
        </p:spPr>
        <p:txBody>
          <a:bodyPr lIns="91440" tIns="45720" rIns="91440" bIns="45720" anchor="b">
            <a:noAutofit/>
          </a:bodyPr>
          <a:lstStyle/>
          <a:p>
            <a:pPr indent="0" algn="just" defTabSz="914400">
              <a:lnSpc>
                <a:spcPct val="100000"/>
              </a:lnSpc>
              <a:spcBef>
                <a:spcPts val="1001"/>
              </a:spcBef>
              <a:buNone/>
              <a:tabLst>
                <a:tab pos="0" algn="l"/>
              </a:tabLst>
            </a:pPr>
            <a:r>
              <a:rPr lang="it-IT"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Precizia în determinarea punctelor și a lui k</a:t>
            </a: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1" strike="noStrike" spc="49" dirty="0" err="1">
                <a:solidFill>
                  <a:schemeClr val="dk1"/>
                </a:solidFill>
                <a:latin typeface="Times New Roman" panose="02020603050405020304" pitchFamily="18" charset="0"/>
                <a:cs typeface="Times New Roman" panose="02020603050405020304" pitchFamily="18" charset="0"/>
              </a:rPr>
              <a:t>Problema</a:t>
            </a:r>
            <a:r>
              <a:rPr lang="en-US" sz="1400" b="0" strike="noStrike" spc="49" dirty="0">
                <a:solidFill>
                  <a:schemeClr val="dk1"/>
                </a:solidFill>
                <a:latin typeface="Times New Roman" panose="02020603050405020304" pitchFamily="18" charset="0"/>
                <a:cs typeface="Times New Roman" panose="02020603050405020304" pitchFamily="18" charset="0"/>
              </a:rPr>
              <a:t>: Nu </a:t>
            </a:r>
            <a:r>
              <a:rPr lang="en-US" sz="1400" b="0" strike="noStrike" spc="49" dirty="0" err="1">
                <a:solidFill>
                  <a:schemeClr val="dk1"/>
                </a:solidFill>
                <a:latin typeface="Times New Roman" panose="02020603050405020304" pitchFamily="18" charset="0"/>
                <a:cs typeface="Times New Roman" panose="02020603050405020304" pitchFamily="18" charset="0"/>
              </a:rPr>
              <a:t>există</a:t>
            </a:r>
            <a:r>
              <a:rPr lang="en-US" sz="1400" b="0" strike="noStrike" spc="49" dirty="0">
                <a:solidFill>
                  <a:schemeClr val="dk1"/>
                </a:solidFill>
                <a:latin typeface="Times New Roman" panose="02020603050405020304" pitchFamily="18" charset="0"/>
                <a:cs typeface="Times New Roman" panose="02020603050405020304" pitchFamily="18" charset="0"/>
              </a:rPr>
              <a:t> o </a:t>
            </a:r>
            <a:r>
              <a:rPr lang="en-US" sz="1400" b="0" strike="noStrike" spc="49" dirty="0" err="1">
                <a:solidFill>
                  <a:schemeClr val="dk1"/>
                </a:solidFill>
                <a:latin typeface="Times New Roman" panose="02020603050405020304" pitchFamily="18" charset="0"/>
                <a:cs typeface="Times New Roman" panose="02020603050405020304" pitchFamily="18" charset="0"/>
              </a:rPr>
              <a:t>metodă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exactă</a:t>
            </a:r>
            <a:r>
              <a:rPr lang="en-US" sz="1400" b="0" strike="noStrike" spc="49" dirty="0">
                <a:solidFill>
                  <a:schemeClr val="dk1"/>
                </a:solidFill>
                <a:latin typeface="Times New Roman" panose="02020603050405020304" pitchFamily="18" charset="0"/>
                <a:cs typeface="Times New Roman" panose="02020603050405020304" pitchFamily="18" charset="0"/>
              </a:rPr>
              <a:t> de a </a:t>
            </a:r>
            <a:r>
              <a:rPr lang="en-US" sz="1400" b="0" strike="noStrike" spc="49" dirty="0" err="1">
                <a:solidFill>
                  <a:schemeClr val="dk1"/>
                </a:solidFill>
                <a:latin typeface="Times New Roman" panose="02020603050405020304" pitchFamily="18" charset="0"/>
                <a:cs typeface="Times New Roman" panose="02020603050405020304" pitchFamily="18" charset="0"/>
              </a:rPr>
              <a:t>cunoaște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punctele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speciale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și</a:t>
            </a:r>
            <a:r>
              <a:rPr lang="en-US" sz="1400" b="0" strike="noStrike" spc="49" dirty="0">
                <a:solidFill>
                  <a:schemeClr val="dk1"/>
                </a:solidFill>
                <a:latin typeface="Times New Roman" panose="02020603050405020304" pitchFamily="18" charset="0"/>
                <a:cs typeface="Times New Roman" panose="02020603050405020304" pitchFamily="18" charset="0"/>
              </a:rPr>
              <a:t> de a </a:t>
            </a:r>
            <a:r>
              <a:rPr lang="en-US" sz="1400" b="0" strike="noStrike" spc="49" dirty="0" err="1">
                <a:solidFill>
                  <a:schemeClr val="dk1"/>
                </a:solidFill>
                <a:latin typeface="Times New Roman" panose="02020603050405020304" pitchFamily="18" charset="0"/>
                <a:cs typeface="Times New Roman" panose="02020603050405020304" pitchFamily="18" charset="0"/>
              </a:rPr>
              <a:t>determina</a:t>
            </a:r>
            <a:r>
              <a:rPr lang="en-US" sz="1400" b="0" strike="noStrike" spc="49" dirty="0">
                <a:solidFill>
                  <a:schemeClr val="dk1"/>
                </a:solidFill>
                <a:latin typeface="Times New Roman" panose="02020603050405020304" pitchFamily="18" charset="0"/>
                <a:cs typeface="Times New Roman" panose="02020603050405020304" pitchFamily="18" charset="0"/>
              </a:rPr>
              <a:t> nonce-ul k din </a:t>
            </a:r>
            <a:r>
              <a:rPr lang="en-US" sz="1400" b="0" strike="noStrike" spc="49" dirty="0" err="1">
                <a:solidFill>
                  <a:schemeClr val="dk1"/>
                </a:solidFill>
                <a:latin typeface="Times New Roman" panose="02020603050405020304" pitchFamily="18" charset="0"/>
                <a:cs typeface="Times New Roman" panose="02020603050405020304" pitchFamily="18" charset="0"/>
              </a:rPr>
              <a:t>semnal</a:t>
            </a:r>
            <a:r>
              <a:rPr lang="en-US" sz="1400" b="0" strike="noStrike" spc="49"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1" strike="noStrike" spc="49" dirty="0" err="1">
                <a:solidFill>
                  <a:schemeClr val="dk1"/>
                </a:solidFill>
                <a:latin typeface="Times New Roman" panose="02020603050405020304" pitchFamily="18" charset="0"/>
                <a:cs typeface="Times New Roman" panose="02020603050405020304" pitchFamily="18" charset="0"/>
              </a:rPr>
              <a:t>Semnalul</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oferă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doar</a:t>
            </a:r>
            <a:r>
              <a:rPr lang="en-US" sz="1400" b="0" strike="noStrike" spc="49" dirty="0">
                <a:solidFill>
                  <a:schemeClr val="dk1"/>
                </a:solidFill>
                <a:latin typeface="Times New Roman" panose="02020603050405020304" pitchFamily="18" charset="0"/>
                <a:cs typeface="Times New Roman" panose="02020603050405020304" pitchFamily="18" charset="0"/>
              </a:rPr>
              <a:t> o </a:t>
            </a:r>
            <a:r>
              <a:rPr lang="en-US" sz="1400" b="1" strike="noStrike" spc="49" dirty="0" err="1">
                <a:solidFill>
                  <a:schemeClr val="dk1"/>
                </a:solidFill>
                <a:latin typeface="Times New Roman" panose="02020603050405020304" pitchFamily="18" charset="0"/>
                <a:cs typeface="Times New Roman" panose="02020603050405020304" pitchFamily="18" charset="0"/>
              </a:rPr>
              <a:t>listă</a:t>
            </a:r>
            <a:r>
              <a:rPr lang="en-US" sz="1400" b="1" strike="noStrike" spc="49" dirty="0">
                <a:solidFill>
                  <a:schemeClr val="dk1"/>
                </a:solidFill>
                <a:latin typeface="Times New Roman" panose="02020603050405020304" pitchFamily="18" charset="0"/>
                <a:cs typeface="Times New Roman" panose="02020603050405020304" pitchFamily="18" charset="0"/>
              </a:rPr>
              <a:t> </a:t>
            </a:r>
            <a:r>
              <a:rPr lang="en-US" sz="1400" b="1" strike="noStrike" spc="49" dirty="0" err="1">
                <a:solidFill>
                  <a:schemeClr val="dk1"/>
                </a:solidFill>
                <a:latin typeface="Times New Roman" panose="02020603050405020304" pitchFamily="18" charset="0"/>
                <a:cs typeface="Times New Roman" panose="02020603050405020304" pitchFamily="18" charset="0"/>
              </a:rPr>
              <a:t>posibilă</a:t>
            </a:r>
            <a:r>
              <a:rPr lang="en-US" sz="1400" b="0" strike="noStrike" spc="49" dirty="0">
                <a:solidFill>
                  <a:schemeClr val="dk1"/>
                </a:solidFill>
                <a:latin typeface="Times New Roman" panose="02020603050405020304" pitchFamily="18" charset="0"/>
                <a:cs typeface="Times New Roman" panose="02020603050405020304" pitchFamily="18" charset="0"/>
              </a:rPr>
              <a:t> de </a:t>
            </a:r>
            <a:r>
              <a:rPr lang="en-US" sz="1400" b="0" strike="noStrike" spc="49" dirty="0" err="1">
                <a:solidFill>
                  <a:schemeClr val="dk1"/>
                </a:solidFill>
                <a:latin typeface="Times New Roman" panose="02020603050405020304" pitchFamily="18" charset="0"/>
                <a:cs typeface="Times New Roman" panose="02020603050405020304" pitchFamily="18" charset="0"/>
              </a:rPr>
              <a:t>perechi</a:t>
            </a:r>
            <a:r>
              <a:rPr lang="en-US" sz="1400" b="0" strike="noStrike" spc="49" dirty="0">
                <a:solidFill>
                  <a:schemeClr val="dk1"/>
                </a:solidFill>
                <a:latin typeface="Times New Roman" panose="02020603050405020304" pitchFamily="18" charset="0"/>
                <a:cs typeface="Times New Roman" panose="02020603050405020304" pitchFamily="18" charset="0"/>
              </a:rPr>
              <a:t> de </a:t>
            </a:r>
            <a:r>
              <a:rPr lang="en-US" sz="1400" b="0" strike="noStrike" spc="49" dirty="0" err="1">
                <a:solidFill>
                  <a:schemeClr val="dk1"/>
                </a:solidFill>
                <a:latin typeface="Times New Roman" panose="02020603050405020304" pitchFamily="18" charset="0"/>
                <a:cs typeface="Times New Roman" panose="02020603050405020304" pitchFamily="18" charset="0"/>
              </a:rPr>
              <a:t>puncte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iar</a:t>
            </a:r>
            <a:r>
              <a:rPr lang="en-US" sz="1400" b="0" strike="noStrike" spc="49" dirty="0">
                <a:solidFill>
                  <a:schemeClr val="dk1"/>
                </a:solidFill>
                <a:latin typeface="Times New Roman" panose="02020603050405020304" pitchFamily="18" charset="0"/>
                <a:cs typeface="Times New Roman" panose="02020603050405020304" pitchFamily="18" charset="0"/>
              </a:rPr>
              <a:t> din </a:t>
            </a:r>
            <a:r>
              <a:rPr lang="en-US" sz="1400" b="0" strike="noStrike" spc="49" dirty="0" err="1">
                <a:solidFill>
                  <a:schemeClr val="dk1"/>
                </a:solidFill>
                <a:latin typeface="Times New Roman" panose="02020603050405020304" pitchFamily="18" charset="0"/>
                <a:cs typeface="Times New Roman" panose="02020603050405020304" pitchFamily="18" charset="0"/>
              </a:rPr>
              <a:t>această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listă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alegerea</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corectă</a:t>
            </a:r>
            <a:r>
              <a:rPr lang="en-US" sz="1400" b="0" strike="noStrike" spc="49" dirty="0">
                <a:solidFill>
                  <a:schemeClr val="dk1"/>
                </a:solidFill>
                <a:latin typeface="Times New Roman" panose="02020603050405020304" pitchFamily="18" charset="0"/>
                <a:cs typeface="Times New Roman" panose="02020603050405020304" pitchFamily="18" charset="0"/>
              </a:rPr>
              <a:t> a </a:t>
            </a:r>
            <a:r>
              <a:rPr lang="en-US" sz="1400" b="0" strike="noStrike" spc="49" dirty="0" err="1">
                <a:solidFill>
                  <a:schemeClr val="dk1"/>
                </a:solidFill>
                <a:latin typeface="Times New Roman" panose="02020603050405020304" pitchFamily="18" charset="0"/>
                <a:cs typeface="Times New Roman" panose="02020603050405020304" pitchFamily="18" charset="0"/>
              </a:rPr>
              <a:t>punctelor</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poate</a:t>
            </a:r>
            <a:r>
              <a:rPr lang="en-US" sz="1400" b="0" strike="noStrike" spc="49" dirty="0">
                <a:solidFill>
                  <a:schemeClr val="dk1"/>
                </a:solidFill>
                <a:latin typeface="Times New Roman" panose="02020603050405020304" pitchFamily="18" charset="0"/>
                <a:cs typeface="Times New Roman" panose="02020603050405020304" pitchFamily="18" charset="0"/>
              </a:rPr>
              <a:t> fi </a:t>
            </a:r>
            <a:r>
              <a:rPr lang="en-US" sz="1400" b="0" strike="noStrike" spc="49" dirty="0" err="1">
                <a:solidFill>
                  <a:schemeClr val="dk1"/>
                </a:solidFill>
                <a:latin typeface="Times New Roman" panose="02020603050405020304" pitchFamily="18" charset="0"/>
                <a:cs typeface="Times New Roman" panose="02020603050405020304" pitchFamily="18" charset="0"/>
              </a:rPr>
              <a:t>complicată</a:t>
            </a:r>
            <a:r>
              <a:rPr lang="en-US" sz="1400" b="0" strike="noStrike" spc="49"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b="1" strike="noStrike" spc="49" dirty="0" err="1">
                <a:solidFill>
                  <a:schemeClr val="dk1"/>
                </a:solidFill>
                <a:latin typeface="Times New Roman" panose="02020603050405020304" pitchFamily="18" charset="0"/>
                <a:cs typeface="Times New Roman" panose="02020603050405020304" pitchFamily="18" charset="0"/>
              </a:rPr>
              <a:t>Verificare</a:t>
            </a:r>
            <a:r>
              <a:rPr lang="en-US" sz="1400" b="1" strike="noStrike" spc="49" dirty="0">
                <a:solidFill>
                  <a:schemeClr val="dk1"/>
                </a:solidFill>
                <a:latin typeface="Times New Roman" panose="02020603050405020304" pitchFamily="18" charset="0"/>
                <a:cs typeface="Times New Roman" panose="02020603050405020304" pitchFamily="18" charset="0"/>
              </a:rPr>
              <a:t> </a:t>
            </a:r>
            <a:r>
              <a:rPr lang="en-US" sz="1400" b="1" strike="noStrike" spc="49" dirty="0" err="1">
                <a:solidFill>
                  <a:schemeClr val="dk1"/>
                </a:solidFill>
                <a:latin typeface="Times New Roman" panose="02020603050405020304" pitchFamily="18" charset="0"/>
                <a:cs typeface="Times New Roman" panose="02020603050405020304" pitchFamily="18" charset="0"/>
              </a:rPr>
              <a:t>greșită</a:t>
            </a:r>
            <a:r>
              <a:rPr lang="en-US" sz="1400" b="0" strike="noStrike" spc="49" dirty="0">
                <a:solidFill>
                  <a:schemeClr val="dk1"/>
                </a:solidFill>
                <a:latin typeface="Times New Roman" panose="02020603050405020304" pitchFamily="18" charset="0"/>
                <a:cs typeface="Times New Roman" panose="02020603050405020304" pitchFamily="18" charset="0"/>
              </a:rPr>
              <a:t>: Dacă </a:t>
            </a:r>
            <a:r>
              <a:rPr lang="en-US" sz="1400" b="0" strike="noStrike" spc="49" dirty="0" err="1">
                <a:solidFill>
                  <a:schemeClr val="dk1"/>
                </a:solidFill>
                <a:latin typeface="Times New Roman" panose="02020603050405020304" pitchFamily="18" charset="0"/>
                <a:cs typeface="Times New Roman" panose="02020603050405020304" pitchFamily="18" charset="0"/>
              </a:rPr>
              <a:t>măsurătorile</a:t>
            </a:r>
            <a:r>
              <a:rPr lang="en-US" sz="1400" b="0" strike="noStrike" spc="49" dirty="0">
                <a:solidFill>
                  <a:schemeClr val="dk1"/>
                </a:solidFill>
                <a:latin typeface="Times New Roman" panose="02020603050405020304" pitchFamily="18" charset="0"/>
                <a:cs typeface="Times New Roman" panose="02020603050405020304" pitchFamily="18" charset="0"/>
              </a:rPr>
              <a:t> nu sunt precise, </a:t>
            </a:r>
            <a:r>
              <a:rPr lang="en-US" sz="1400" b="1" strike="noStrike" spc="49" dirty="0" err="1">
                <a:solidFill>
                  <a:schemeClr val="dk1"/>
                </a:solidFill>
                <a:latin typeface="Times New Roman" panose="02020603050405020304" pitchFamily="18" charset="0"/>
                <a:cs typeface="Times New Roman" panose="02020603050405020304" pitchFamily="18" charset="0"/>
              </a:rPr>
              <a:t>verificarea</a:t>
            </a:r>
            <a:r>
              <a:rPr lang="en-US" sz="1400" b="1" strike="noStrike" spc="49" dirty="0">
                <a:solidFill>
                  <a:schemeClr val="dk1"/>
                </a:solidFill>
                <a:latin typeface="Times New Roman" panose="02020603050405020304" pitchFamily="18" charset="0"/>
                <a:cs typeface="Times New Roman" panose="02020603050405020304" pitchFamily="18" charset="0"/>
              </a:rPr>
              <a:t> </a:t>
            </a:r>
            <a:r>
              <a:rPr lang="en-US" sz="1400" b="1" strike="noStrike" spc="49" dirty="0" err="1">
                <a:solidFill>
                  <a:schemeClr val="dk1"/>
                </a:solidFill>
                <a:latin typeface="Times New Roman" panose="02020603050405020304" pitchFamily="18" charset="0"/>
                <a:cs typeface="Times New Roman" panose="02020603050405020304" pitchFamily="18" charset="0"/>
              </a:rPr>
              <a:t>poate</a:t>
            </a:r>
            <a:r>
              <a:rPr lang="en-US" sz="1400" b="1" strike="noStrike" spc="49" dirty="0">
                <a:solidFill>
                  <a:schemeClr val="dk1"/>
                </a:solidFill>
                <a:latin typeface="Times New Roman" panose="02020603050405020304" pitchFamily="18" charset="0"/>
                <a:cs typeface="Times New Roman" panose="02020603050405020304" pitchFamily="18" charset="0"/>
              </a:rPr>
              <a:t> duce la un </a:t>
            </a:r>
            <a:r>
              <a:rPr lang="en-US" sz="1400" b="1" strike="noStrike" spc="49" dirty="0" err="1">
                <a:solidFill>
                  <a:schemeClr val="dk1"/>
                </a:solidFill>
                <a:latin typeface="Times New Roman" panose="02020603050405020304" pitchFamily="18" charset="0"/>
                <a:cs typeface="Times New Roman" panose="02020603050405020304" pitchFamily="18" charset="0"/>
              </a:rPr>
              <a:t>timp</a:t>
            </a:r>
            <a:r>
              <a:rPr lang="en-US" sz="1400" b="1" strike="noStrike" spc="49" dirty="0">
                <a:solidFill>
                  <a:schemeClr val="dk1"/>
                </a:solidFill>
                <a:latin typeface="Times New Roman" panose="02020603050405020304" pitchFamily="18" charset="0"/>
                <a:cs typeface="Times New Roman" panose="02020603050405020304" pitchFamily="18" charset="0"/>
              </a:rPr>
              <a:t> exponential</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iar</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în</a:t>
            </a:r>
            <a:r>
              <a:rPr lang="en-US" sz="1400" b="0" strike="noStrike" spc="49" dirty="0">
                <a:solidFill>
                  <a:schemeClr val="dk1"/>
                </a:solidFill>
                <a:latin typeface="Times New Roman" panose="02020603050405020304" pitchFamily="18" charset="0"/>
                <a:cs typeface="Times New Roman" panose="02020603050405020304" pitchFamily="18" charset="0"/>
              </a:rPr>
              <a:t> cel </a:t>
            </a:r>
            <a:r>
              <a:rPr lang="en-US" sz="1400" b="0" strike="noStrike" spc="49" dirty="0" err="1">
                <a:solidFill>
                  <a:schemeClr val="dk1"/>
                </a:solidFill>
                <a:latin typeface="Times New Roman" panose="02020603050405020304" pitchFamily="18" charset="0"/>
                <a:cs typeface="Times New Roman" panose="02020603050405020304" pitchFamily="18" charset="0"/>
              </a:rPr>
              <a:t>mai</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rău</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caz</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alegerea</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1" strike="noStrike" spc="49" dirty="0" err="1">
                <a:solidFill>
                  <a:schemeClr val="dk1"/>
                </a:solidFill>
                <a:latin typeface="Times New Roman" panose="02020603050405020304" pitchFamily="18" charset="0"/>
                <a:cs typeface="Times New Roman" panose="02020603050405020304" pitchFamily="18" charset="0"/>
              </a:rPr>
              <a:t>rutei</a:t>
            </a:r>
            <a:r>
              <a:rPr lang="en-US" sz="1400" b="1" strike="noStrike" spc="49" dirty="0">
                <a:solidFill>
                  <a:schemeClr val="dk1"/>
                </a:solidFill>
                <a:latin typeface="Times New Roman" panose="02020603050405020304" pitchFamily="18" charset="0"/>
                <a:cs typeface="Times New Roman" panose="02020603050405020304" pitchFamily="18" charset="0"/>
              </a:rPr>
              <a:t> </a:t>
            </a:r>
            <a:r>
              <a:rPr lang="en-US" sz="1400" b="1" strike="noStrike" spc="49" dirty="0" err="1">
                <a:solidFill>
                  <a:schemeClr val="dk1"/>
                </a:solidFill>
                <a:latin typeface="Times New Roman" panose="02020603050405020304" pitchFamily="18" charset="0"/>
                <a:cs typeface="Times New Roman" panose="02020603050405020304" pitchFamily="18" charset="0"/>
              </a:rPr>
              <a:t>greșite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poate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compromite</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întreaga</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securitate</a:t>
            </a:r>
            <a:r>
              <a:rPr lang="en-US" sz="1400" b="0" strike="noStrike" spc="49"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algn="just" defTabSz="914400">
              <a:lnSpc>
                <a:spcPct val="100000"/>
              </a:lnSpc>
              <a:buClr>
                <a:srgbClr val="000000"/>
              </a:buClr>
              <a:buFont typeface="Arial"/>
              <a:buChar char="•"/>
              <a:tabLst>
                <a:tab pos="0" algn="l"/>
              </a:tabLst>
            </a:pPr>
            <a:r>
              <a:rPr lang="en-US" sz="1400" strike="noStrike" spc="49" dirty="0">
                <a:solidFill>
                  <a:schemeClr val="dk1"/>
                </a:solidFill>
                <a:latin typeface="Times New Roman" panose="02020603050405020304" pitchFamily="18" charset="0"/>
                <a:cs typeface="Times New Roman" panose="02020603050405020304" pitchFamily="18" charset="0"/>
              </a:rPr>
              <a:t>Dar</a:t>
            </a:r>
            <a:r>
              <a:rPr lang="ro-RO" sz="1400" strike="noStrike" spc="49" dirty="0">
                <a:solidFill>
                  <a:schemeClr val="dk1"/>
                </a:solidFill>
                <a:latin typeface="Times New Roman" panose="02020603050405020304" pitchFamily="18" charset="0"/>
                <a:cs typeface="Times New Roman" panose="02020603050405020304" pitchFamily="18" charset="0"/>
              </a:rPr>
              <a:t>,</a:t>
            </a:r>
            <a:r>
              <a:rPr lang="en-US" sz="1400" strike="noStrike" spc="49" dirty="0">
                <a:solidFill>
                  <a:schemeClr val="dk1"/>
                </a:solidFill>
                <a:latin typeface="Times New Roman" panose="02020603050405020304" pitchFamily="18" charset="0"/>
                <a:cs typeface="Times New Roman" panose="02020603050405020304" pitchFamily="18" charset="0"/>
              </a:rPr>
              <a:t> </a:t>
            </a:r>
            <a:r>
              <a:rPr lang="ro-RO" sz="1400" spc="49" dirty="0">
                <a:solidFill>
                  <a:schemeClr val="dk1"/>
                </a:solidFill>
                <a:latin typeface="Times New Roman" panose="02020603050405020304" pitchFamily="18" charset="0"/>
                <a:cs typeface="Times New Roman" panose="02020603050405020304" pitchFamily="18" charset="0"/>
              </a:rPr>
              <a:t>m</a:t>
            </a:r>
            <a:r>
              <a:rPr lang="en-US" sz="1400" strike="noStrike" spc="49" dirty="0" err="1">
                <a:solidFill>
                  <a:schemeClr val="dk1"/>
                </a:solidFill>
                <a:latin typeface="Times New Roman" panose="02020603050405020304" pitchFamily="18" charset="0"/>
                <a:cs typeface="Times New Roman" panose="02020603050405020304" pitchFamily="18" charset="0"/>
              </a:rPr>
              <a:t>erită</a:t>
            </a:r>
            <a:r>
              <a:rPr lang="en-US" sz="140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efortul</a:t>
            </a:r>
            <a:r>
              <a:rPr lang="en-US" sz="1400" b="0" strike="noStrike" spc="49" dirty="0">
                <a:solidFill>
                  <a:schemeClr val="dk1"/>
                </a:solidFill>
                <a:latin typeface="Times New Roman" panose="02020603050405020304" pitchFamily="18" charset="0"/>
                <a:cs typeface="Times New Roman" panose="02020603050405020304" pitchFamily="18" charset="0"/>
              </a:rPr>
              <a:t>! Odată </a:t>
            </a:r>
            <a:r>
              <a:rPr lang="en-US" sz="1400" b="0" strike="noStrike" spc="49" dirty="0" err="1">
                <a:solidFill>
                  <a:schemeClr val="dk1"/>
                </a:solidFill>
                <a:latin typeface="Times New Roman" panose="02020603050405020304" pitchFamily="18" charset="0"/>
                <a:cs typeface="Times New Roman" panose="02020603050405020304" pitchFamily="18" charset="0"/>
              </a:rPr>
              <a:t>identificată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perechea</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corectă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soluția</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poate</a:t>
            </a:r>
            <a:r>
              <a:rPr lang="en-US" sz="1400" b="0" strike="noStrike" spc="49" dirty="0">
                <a:solidFill>
                  <a:schemeClr val="dk1"/>
                </a:solidFill>
                <a:latin typeface="Times New Roman" panose="02020603050405020304" pitchFamily="18" charset="0"/>
                <a:cs typeface="Times New Roman" panose="02020603050405020304" pitchFamily="18" charset="0"/>
              </a:rPr>
              <a:t> fi </a:t>
            </a:r>
            <a:r>
              <a:rPr lang="en-US" sz="1400" b="0" strike="noStrike" spc="49" dirty="0" err="1">
                <a:solidFill>
                  <a:schemeClr val="dk1"/>
                </a:solidFill>
                <a:latin typeface="Times New Roman" panose="02020603050405020304" pitchFamily="18" charset="0"/>
                <a:cs typeface="Times New Roman" panose="02020603050405020304" pitchFamily="18" charset="0"/>
              </a:rPr>
              <a:t>valoroasă</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în</a:t>
            </a:r>
            <a:r>
              <a:rPr lang="en-US" sz="1400" b="0" strike="noStrike" spc="49" dirty="0">
                <a:solidFill>
                  <a:schemeClr val="dk1"/>
                </a:solidFill>
                <a:latin typeface="Times New Roman" panose="02020603050405020304" pitchFamily="18" charset="0"/>
                <a:cs typeface="Times New Roman" panose="02020603050405020304" pitchFamily="18" charset="0"/>
              </a:rPr>
              <a:t> </a:t>
            </a:r>
            <a:r>
              <a:rPr lang="en-US" sz="1400" b="0" strike="noStrike" spc="49" dirty="0" err="1">
                <a:solidFill>
                  <a:schemeClr val="dk1"/>
                </a:solidFill>
                <a:latin typeface="Times New Roman" panose="02020603050405020304" pitchFamily="18" charset="0"/>
                <a:cs typeface="Times New Roman" panose="02020603050405020304" pitchFamily="18" charset="0"/>
              </a:rPr>
              <a:t>continuare</a:t>
            </a:r>
            <a:r>
              <a:rPr lang="en-US" sz="1400" b="0" strike="noStrike" spc="49" dirty="0">
                <a:solidFill>
                  <a:schemeClr val="dk1"/>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r>
              <a:rPr lang="ro-RO" sz="1400" b="0" strike="noStrike" spc="49" dirty="0">
                <a:solidFill>
                  <a:schemeClr val="dk1">
                    <a:lumMod val="75000"/>
                    <a:lumOff val="25000"/>
                  </a:schemeClr>
                </a:solidFill>
                <a:latin typeface="Times New Roman" panose="02020603050405020304" pitchFamily="18" charset="0"/>
                <a:cs typeface="Times New Roman" panose="02020603050405020304" pitchFamily="18" charset="0"/>
              </a:rPr>
              <a:t> </a:t>
            </a: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a:p>
            <a:pPr indent="0" algn="just" defTabSz="914400">
              <a:lnSpc>
                <a:spcPct val="100000"/>
              </a:lnSpc>
              <a:spcBef>
                <a:spcPts val="1001"/>
              </a:spcBef>
              <a:buNone/>
              <a:tabLst>
                <a:tab pos="0" algn="l"/>
              </a:tabLst>
            </a:pPr>
            <a:endParaRPr lang="en-US" sz="1400" b="0" strike="noStrike" spc="-1" dirty="0">
              <a:solidFill>
                <a:schemeClr val="dk1">
                  <a:lumMod val="75000"/>
                  <a:lumOff val="2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0A3AD72-37AC-5005-15DD-B0158813971B}"/>
              </a:ext>
            </a:extLst>
          </p:cNvPr>
          <p:cNvPicPr>
            <a:picLocks noChangeAspect="1"/>
          </p:cNvPicPr>
          <p:nvPr/>
        </p:nvPicPr>
        <p:blipFill>
          <a:blip r:embed="rId2"/>
          <a:stretch>
            <a:fillRect/>
          </a:stretch>
        </p:blipFill>
        <p:spPr>
          <a:xfrm>
            <a:off x="134925" y="2731007"/>
            <a:ext cx="4859862" cy="3364993"/>
          </a:xfrm>
          <a:prstGeom prst="rect">
            <a:avLst/>
          </a:prstGeom>
        </p:spPr>
      </p:pic>
      <p:pic>
        <p:nvPicPr>
          <p:cNvPr id="5" name="Picture 4">
            <a:extLst>
              <a:ext uri="{FF2B5EF4-FFF2-40B4-BE49-F238E27FC236}">
                <a16:creationId xmlns:a16="http://schemas.microsoft.com/office/drawing/2014/main" id="{1692CB32-720A-8400-FE32-C4AA3BC6ED7C}"/>
              </a:ext>
            </a:extLst>
          </p:cNvPr>
          <p:cNvPicPr>
            <a:picLocks noChangeAspect="1"/>
          </p:cNvPicPr>
          <p:nvPr/>
        </p:nvPicPr>
        <p:blipFill>
          <a:blip r:embed="rId3"/>
          <a:stretch>
            <a:fillRect/>
          </a:stretch>
        </p:blipFill>
        <p:spPr>
          <a:xfrm>
            <a:off x="1126091" y="2731007"/>
            <a:ext cx="2877529" cy="5529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7D5F7-AB5B-E68F-6F28-954521B92CB0}"/>
              </a:ext>
            </a:extLst>
          </p:cNvPr>
          <p:cNvPicPr>
            <a:picLocks noChangeAspect="1"/>
          </p:cNvPicPr>
          <p:nvPr/>
        </p:nvPicPr>
        <p:blipFill>
          <a:blip r:embed="rId2"/>
          <a:stretch>
            <a:fillRect/>
          </a:stretch>
        </p:blipFill>
        <p:spPr>
          <a:xfrm>
            <a:off x="0" y="0"/>
            <a:ext cx="5232787" cy="3234813"/>
          </a:xfrm>
          <a:prstGeom prst="rect">
            <a:avLst/>
          </a:prstGeom>
        </p:spPr>
      </p:pic>
      <p:pic>
        <p:nvPicPr>
          <p:cNvPr id="48" name="Picture 47" descr="@ItzMauuuroo, hackers, Anonymous, HD wallpaper">
            <a:extLst>
              <a:ext uri="{FF2B5EF4-FFF2-40B4-BE49-F238E27FC236}">
                <a16:creationId xmlns:a16="http://schemas.microsoft.com/office/drawing/2014/main" id="{87C8338E-E4F1-E39A-F874-1D3A41F5B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9168" b="5577"/>
          <a:stretch>
            <a:fillRect/>
          </a:stretch>
        </p:blipFill>
        <p:spPr bwMode="auto">
          <a:xfrm>
            <a:off x="185195" y="147152"/>
            <a:ext cx="3796328" cy="6563696"/>
          </a:xfrm>
          <a:custGeom>
            <a:avLst/>
            <a:gdLst>
              <a:gd name="csX0" fmla="*/ 182001 w 3796328"/>
              <a:gd name="csY0" fmla="*/ 5126741 h 6563696"/>
              <a:gd name="csX1" fmla="*/ 1403538 w 3796328"/>
              <a:gd name="csY1" fmla="*/ 5845219 h 6563696"/>
              <a:gd name="csX2" fmla="*/ 182001 w 3796328"/>
              <a:gd name="csY2" fmla="*/ 6563696 h 6563696"/>
              <a:gd name="csX3" fmla="*/ 0 w 3796328"/>
              <a:gd name="csY3" fmla="*/ 3679682 h 6563696"/>
              <a:gd name="csX4" fmla="*/ 2076242 w 3796328"/>
              <a:gd name="csY4" fmla="*/ 5034192 h 6563696"/>
              <a:gd name="csX5" fmla="*/ 2207052 w 3796328"/>
              <a:gd name="csY5" fmla="*/ 5655998 h 6563696"/>
              <a:gd name="csX6" fmla="*/ 1585247 w 3796328"/>
              <a:gd name="csY6" fmla="*/ 5786808 h 6563696"/>
              <a:gd name="csX7" fmla="*/ 0 w 3796328"/>
              <a:gd name="csY7" fmla="*/ 4752616 h 6563696"/>
              <a:gd name="csX8" fmla="*/ 2229725 w 3796328"/>
              <a:gd name="csY8" fmla="*/ 2083359 h 6563696"/>
              <a:gd name="csX9" fmla="*/ 2630514 w 3796328"/>
              <a:gd name="csY9" fmla="*/ 2534772 h 6563696"/>
              <a:gd name="csX10" fmla="*/ 2229725 w 3796328"/>
              <a:gd name="csY10" fmla="*/ 2986185 h 6563696"/>
              <a:gd name="csX11" fmla="*/ 1828936 w 3796328"/>
              <a:gd name="csY11" fmla="*/ 2534772 h 6563696"/>
              <a:gd name="csX12" fmla="*/ 2229725 w 3796328"/>
              <a:gd name="csY12" fmla="*/ 2083359 h 6563696"/>
              <a:gd name="csX13" fmla="*/ 0 w 3796328"/>
              <a:gd name="csY13" fmla="*/ 1933120 h 6563696"/>
              <a:gd name="csX14" fmla="*/ 1639516 w 3796328"/>
              <a:gd name="csY14" fmla="*/ 3002716 h 6563696"/>
              <a:gd name="csX15" fmla="*/ 1844681 w 3796328"/>
              <a:gd name="csY15" fmla="*/ 3977969 h 6563696"/>
              <a:gd name="csX16" fmla="*/ 869428 w 3796328"/>
              <a:gd name="csY16" fmla="*/ 4183134 h 6563696"/>
              <a:gd name="csX17" fmla="*/ 0 w 3796328"/>
              <a:gd name="csY17" fmla="*/ 3615931 h 6563696"/>
              <a:gd name="csX18" fmla="*/ 0 w 3796328"/>
              <a:gd name="csY18" fmla="*/ 712376 h 6563696"/>
              <a:gd name="csX19" fmla="*/ 1574325 w 3796328"/>
              <a:gd name="csY19" fmla="*/ 1739443 h 6563696"/>
              <a:gd name="csX20" fmla="*/ 1705135 w 3796328"/>
              <a:gd name="csY20" fmla="*/ 2361247 h 6563696"/>
              <a:gd name="csX21" fmla="*/ 1083328 w 3796328"/>
              <a:gd name="csY21" fmla="*/ 2492058 h 6563696"/>
              <a:gd name="csX22" fmla="*/ 0 w 3796328"/>
              <a:gd name="csY22" fmla="*/ 1785310 h 6563696"/>
              <a:gd name="csX23" fmla="*/ 3395539 w 3796328"/>
              <a:gd name="csY23" fmla="*/ 56648 h 6563696"/>
              <a:gd name="csX24" fmla="*/ 3796328 w 3796328"/>
              <a:gd name="csY24" fmla="*/ 508062 h 6563696"/>
              <a:gd name="csX25" fmla="*/ 3395539 w 3796328"/>
              <a:gd name="csY25" fmla="*/ 959475 h 6563696"/>
              <a:gd name="csX26" fmla="*/ 2994750 w 3796328"/>
              <a:gd name="csY26" fmla="*/ 508062 h 6563696"/>
              <a:gd name="csX27" fmla="*/ 3395539 w 3796328"/>
              <a:gd name="csY27" fmla="*/ 56648 h 6563696"/>
              <a:gd name="csX28" fmla="*/ 0 w 3796328"/>
              <a:gd name="csY28" fmla="*/ 0 h 6563696"/>
              <a:gd name="csX29" fmla="*/ 1821063 w 3796328"/>
              <a:gd name="csY29" fmla="*/ 0 h 6563696"/>
              <a:gd name="csX30" fmla="*/ 2788972 w 3796328"/>
              <a:gd name="csY30" fmla="*/ 631450 h 6563696"/>
              <a:gd name="csX31" fmla="*/ 2999823 w 3796328"/>
              <a:gd name="csY31" fmla="*/ 1633733 h 6563696"/>
              <a:gd name="csX32" fmla="*/ 2999822 w 3796328"/>
              <a:gd name="csY32" fmla="*/ 1633733 h 6563696"/>
              <a:gd name="csX33" fmla="*/ 1997539 w 3796328"/>
              <a:gd name="csY33" fmla="*/ 1844584 h 6563696"/>
              <a:gd name="csX34" fmla="*/ 0 w 3796328"/>
              <a:gd name="csY34" fmla="*/ 541418 h 65636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3796328" h="6563696">
                <a:moveTo>
                  <a:pt x="182001" y="5126741"/>
                </a:moveTo>
                <a:lnTo>
                  <a:pt x="1403538" y="5845219"/>
                </a:lnTo>
                <a:lnTo>
                  <a:pt x="182001" y="6563696"/>
                </a:lnTo>
                <a:close/>
                <a:moveTo>
                  <a:pt x="0" y="3679682"/>
                </a:moveTo>
                <a:lnTo>
                  <a:pt x="2076242" y="5034192"/>
                </a:lnTo>
                <a:cubicBezTo>
                  <a:pt x="2284071" y="5169777"/>
                  <a:pt x="2342637" y="5448169"/>
                  <a:pt x="2207052" y="5655998"/>
                </a:cubicBezTo>
                <a:cubicBezTo>
                  <a:pt x="2071468" y="5863827"/>
                  <a:pt x="1793075" y="5922393"/>
                  <a:pt x="1585247" y="5786808"/>
                </a:cubicBezTo>
                <a:lnTo>
                  <a:pt x="0" y="4752616"/>
                </a:lnTo>
                <a:close/>
                <a:moveTo>
                  <a:pt x="2229725" y="2083359"/>
                </a:moveTo>
                <a:cubicBezTo>
                  <a:pt x="2451075" y="2083359"/>
                  <a:pt x="2630514" y="2285462"/>
                  <a:pt x="2630514" y="2534772"/>
                </a:cubicBezTo>
                <a:cubicBezTo>
                  <a:pt x="2630513" y="2784081"/>
                  <a:pt x="2451075" y="2986185"/>
                  <a:pt x="2229725" y="2986185"/>
                </a:cubicBezTo>
                <a:cubicBezTo>
                  <a:pt x="2008375" y="2986185"/>
                  <a:pt x="1828935" y="2784081"/>
                  <a:pt x="1828936" y="2534772"/>
                </a:cubicBezTo>
                <a:cubicBezTo>
                  <a:pt x="1828936" y="2285462"/>
                  <a:pt x="2008375" y="2083359"/>
                  <a:pt x="2229725" y="2083359"/>
                </a:cubicBezTo>
                <a:close/>
                <a:moveTo>
                  <a:pt x="0" y="1933120"/>
                </a:moveTo>
                <a:lnTo>
                  <a:pt x="1639516" y="3002716"/>
                </a:lnTo>
                <a:cubicBezTo>
                  <a:pt x="1965479" y="3215370"/>
                  <a:pt x="2057334" y="3652005"/>
                  <a:pt x="1844681" y="3977969"/>
                </a:cubicBezTo>
                <a:cubicBezTo>
                  <a:pt x="1632027" y="4303932"/>
                  <a:pt x="1195392" y="4395787"/>
                  <a:pt x="869428" y="4183134"/>
                </a:cubicBezTo>
                <a:lnTo>
                  <a:pt x="0" y="3615931"/>
                </a:lnTo>
                <a:close/>
                <a:moveTo>
                  <a:pt x="0" y="712376"/>
                </a:moveTo>
                <a:lnTo>
                  <a:pt x="1574325" y="1739443"/>
                </a:lnTo>
                <a:cubicBezTo>
                  <a:pt x="1782153" y="1875027"/>
                  <a:pt x="1840719" y="2153418"/>
                  <a:pt x="1705135" y="2361247"/>
                </a:cubicBezTo>
                <a:cubicBezTo>
                  <a:pt x="1569550" y="2569076"/>
                  <a:pt x="1291157" y="2627642"/>
                  <a:pt x="1083328" y="2492058"/>
                </a:cubicBezTo>
                <a:lnTo>
                  <a:pt x="0" y="1785310"/>
                </a:lnTo>
                <a:close/>
                <a:moveTo>
                  <a:pt x="3395539" y="56648"/>
                </a:moveTo>
                <a:cubicBezTo>
                  <a:pt x="3616889" y="56649"/>
                  <a:pt x="3796328" y="258753"/>
                  <a:pt x="3796328" y="508062"/>
                </a:cubicBezTo>
                <a:cubicBezTo>
                  <a:pt x="3796328" y="757371"/>
                  <a:pt x="3616889" y="959475"/>
                  <a:pt x="3395539" y="959475"/>
                </a:cubicBezTo>
                <a:cubicBezTo>
                  <a:pt x="3174189" y="959475"/>
                  <a:pt x="2994750" y="757371"/>
                  <a:pt x="2994750" y="508062"/>
                </a:cubicBezTo>
                <a:cubicBezTo>
                  <a:pt x="2994751" y="258753"/>
                  <a:pt x="3174189" y="56649"/>
                  <a:pt x="3395539" y="56648"/>
                </a:cubicBezTo>
                <a:close/>
                <a:moveTo>
                  <a:pt x="0" y="0"/>
                </a:moveTo>
                <a:lnTo>
                  <a:pt x="1821063" y="0"/>
                </a:lnTo>
                <a:lnTo>
                  <a:pt x="2788972" y="631450"/>
                </a:lnTo>
                <a:cubicBezTo>
                  <a:pt x="3123969" y="849998"/>
                  <a:pt x="3218370" y="1298736"/>
                  <a:pt x="2999823" y="1633733"/>
                </a:cubicBezTo>
                <a:lnTo>
                  <a:pt x="2999822" y="1633733"/>
                </a:lnTo>
                <a:cubicBezTo>
                  <a:pt x="2781275" y="1968730"/>
                  <a:pt x="2332537" y="2063132"/>
                  <a:pt x="1997539" y="1844584"/>
                </a:cubicBezTo>
                <a:lnTo>
                  <a:pt x="0" y="541418"/>
                </a:lnTo>
                <a:close/>
              </a:path>
            </a:pathLst>
          </a:custGeom>
          <a:noFill/>
          <a:extLst>
            <a:ext uri="{909E8E84-426E-40DD-AFC4-6F175D3DCCD1}">
              <a14:hiddenFill xmlns:a14="http://schemas.microsoft.com/office/drawing/2010/main">
                <a:solidFill>
                  <a:srgbClr val="FFFFFF"/>
                </a:solidFill>
              </a14:hiddenFill>
            </a:ext>
          </a:extLst>
        </p:spPr>
      </p:pic>
      <p:pic>
        <p:nvPicPr>
          <p:cNvPr id="2063" name="Picture 2062" descr="black, black and white, anonymous, hackers, darkness, monochrome, HD wallpaper">
            <a:extLst>
              <a:ext uri="{FF2B5EF4-FFF2-40B4-BE49-F238E27FC236}">
                <a16:creationId xmlns:a16="http://schemas.microsoft.com/office/drawing/2014/main" id="{51C98411-7D2F-2516-A9E5-F7011CDFC8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5215"/>
          <a:stretch>
            <a:fillRect/>
          </a:stretch>
        </p:blipFill>
        <p:spPr bwMode="auto">
          <a:xfrm>
            <a:off x="8212372" y="357275"/>
            <a:ext cx="3794432" cy="6143447"/>
          </a:xfrm>
          <a:custGeom>
            <a:avLst/>
            <a:gdLst>
              <a:gd name="csX0" fmla="*/ 897500 w 3794432"/>
              <a:gd name="csY0" fmla="*/ 4797822 h 6143447"/>
              <a:gd name="csX1" fmla="*/ 1233662 w 3794432"/>
              <a:gd name="csY1" fmla="*/ 4909908 h 6143447"/>
              <a:gd name="csX2" fmla="*/ 2655693 w 3794432"/>
              <a:gd name="csY2" fmla="*/ 6143447 h 6143447"/>
              <a:gd name="csX3" fmla="*/ 1242570 w 3794432"/>
              <a:gd name="csY3" fmla="*/ 6143447 h 6143447"/>
              <a:gd name="csX4" fmla="*/ 626901 w 3794432"/>
              <a:gd name="csY4" fmla="*/ 5609386 h 6143447"/>
              <a:gd name="csX5" fmla="*/ 580542 w 3794432"/>
              <a:gd name="csY5" fmla="*/ 4956267 h 6143447"/>
              <a:gd name="csX6" fmla="*/ 897500 w 3794432"/>
              <a:gd name="csY6" fmla="*/ 4797822 h 6143447"/>
              <a:gd name="csX7" fmla="*/ 702659 w 3794432"/>
              <a:gd name="csY7" fmla="*/ 3248743 h 6143447"/>
              <a:gd name="csX8" fmla="*/ 1038820 w 3794432"/>
              <a:gd name="csY8" fmla="*/ 3360829 h 6143447"/>
              <a:gd name="csX9" fmla="*/ 3452542 w 3794432"/>
              <a:gd name="csY9" fmla="*/ 5454609 h 6143447"/>
              <a:gd name="csX10" fmla="*/ 3498900 w 3794432"/>
              <a:gd name="csY10" fmla="*/ 6107728 h 6143447"/>
              <a:gd name="csX11" fmla="*/ 3461000 w 3794432"/>
              <a:gd name="csY11" fmla="*/ 6143447 h 6143447"/>
              <a:gd name="csX12" fmla="*/ 2833517 w 3794432"/>
              <a:gd name="csY12" fmla="*/ 6143447 h 6143447"/>
              <a:gd name="csX13" fmla="*/ 432059 w 3794432"/>
              <a:gd name="csY13" fmla="*/ 4060307 h 6143447"/>
              <a:gd name="csX14" fmla="*/ 385701 w 3794432"/>
              <a:gd name="csY14" fmla="*/ 3407188 h 6143447"/>
              <a:gd name="csX15" fmla="*/ 702659 w 3794432"/>
              <a:gd name="csY15" fmla="*/ 3248743 h 6143447"/>
              <a:gd name="csX16" fmla="*/ 2357840 w 3794432"/>
              <a:gd name="csY16" fmla="*/ 3248743 h 6143447"/>
              <a:gd name="csX17" fmla="*/ 2694000 w 3794432"/>
              <a:gd name="csY17" fmla="*/ 3360830 h 6143447"/>
              <a:gd name="csX18" fmla="*/ 3794432 w 3794432"/>
              <a:gd name="csY18" fmla="*/ 4315397 h 6143447"/>
              <a:gd name="csX19" fmla="*/ 3794432 w 3794432"/>
              <a:gd name="csY19" fmla="*/ 5541207 h 6143447"/>
              <a:gd name="csX20" fmla="*/ 2087239 w 3794432"/>
              <a:gd name="csY20" fmla="*/ 4060306 h 6143447"/>
              <a:gd name="csX21" fmla="*/ 2040881 w 3794432"/>
              <a:gd name="csY21" fmla="*/ 3407187 h 6143447"/>
              <a:gd name="csX22" fmla="*/ 2357840 w 3794432"/>
              <a:gd name="csY22" fmla="*/ 3248743 h 6143447"/>
              <a:gd name="csX23" fmla="*/ 535936 w 3794432"/>
              <a:gd name="csY23" fmla="*/ 1707683 h 6143447"/>
              <a:gd name="csX24" fmla="*/ 800716 w 3794432"/>
              <a:gd name="csY24" fmla="*/ 1816808 h 6143447"/>
              <a:gd name="csX25" fmla="*/ 1944785 w 3794432"/>
              <a:gd name="csY25" fmla="*/ 2756021 h 6143447"/>
              <a:gd name="csX26" fmla="*/ 2012582 w 3794432"/>
              <a:gd name="csY26" fmla="*/ 3445477 h 6143447"/>
              <a:gd name="csX27" fmla="*/ 2012582 w 3794432"/>
              <a:gd name="csY27" fmla="*/ 3445476 h 6143447"/>
              <a:gd name="csX28" fmla="*/ 1323125 w 3794432"/>
              <a:gd name="csY28" fmla="*/ 3513274 h 6143447"/>
              <a:gd name="csX29" fmla="*/ 179055 w 3794432"/>
              <a:gd name="csY29" fmla="*/ 2574062 h 6143447"/>
              <a:gd name="csX30" fmla="*/ 111259 w 3794432"/>
              <a:gd name="csY30" fmla="*/ 1884604 h 6143447"/>
              <a:gd name="csX31" fmla="*/ 535936 w 3794432"/>
              <a:gd name="csY31" fmla="*/ 1707683 h 6143447"/>
              <a:gd name="csX32" fmla="*/ 897501 w 3794432"/>
              <a:gd name="csY32" fmla="*/ 623264 h 6143447"/>
              <a:gd name="csX33" fmla="*/ 1233662 w 3794432"/>
              <a:gd name="csY33" fmla="*/ 735351 h 6143447"/>
              <a:gd name="csX34" fmla="*/ 3647384 w 3794432"/>
              <a:gd name="csY34" fmla="*/ 2829129 h 6143447"/>
              <a:gd name="csX35" fmla="*/ 3791114 w 3794432"/>
              <a:gd name="csY35" fmla="*/ 3058482 h 6143447"/>
              <a:gd name="csX36" fmla="*/ 3794432 w 3794432"/>
              <a:gd name="csY36" fmla="*/ 3078237 h 6143447"/>
              <a:gd name="csX37" fmla="*/ 3794432 w 3794432"/>
              <a:gd name="csY37" fmla="*/ 3276588 h 6143447"/>
              <a:gd name="csX38" fmla="*/ 3784348 w 3794432"/>
              <a:gd name="csY38" fmla="*/ 3322273 h 6143447"/>
              <a:gd name="csX39" fmla="*/ 3693742 w 3794432"/>
              <a:gd name="csY39" fmla="*/ 3482249 h 6143447"/>
              <a:gd name="csX40" fmla="*/ 3040623 w 3794432"/>
              <a:gd name="csY40" fmla="*/ 3528607 h 6143447"/>
              <a:gd name="csX41" fmla="*/ 626902 w 3794432"/>
              <a:gd name="csY41" fmla="*/ 1434828 h 6143447"/>
              <a:gd name="csX42" fmla="*/ 580543 w 3794432"/>
              <a:gd name="csY42" fmla="*/ 781709 h 6143447"/>
              <a:gd name="csX43" fmla="*/ 897501 w 3794432"/>
              <a:gd name="csY43" fmla="*/ 623264 h 6143447"/>
              <a:gd name="csX44" fmla="*/ 747666 w 3794432"/>
              <a:gd name="csY44" fmla="*/ 0 h 6143447"/>
              <a:gd name="csX45" fmla="*/ 2671749 w 3794432"/>
              <a:gd name="csY45" fmla="*/ 0 h 6143447"/>
              <a:gd name="csX46" fmla="*/ 3794432 w 3794432"/>
              <a:gd name="csY46" fmla="*/ 973869 h 6143447"/>
              <a:gd name="csX47" fmla="*/ 3794432 w 3794432"/>
              <a:gd name="csY47" fmla="*/ 2014836 h 6143447"/>
              <a:gd name="csX48" fmla="*/ 3700923 w 3794432"/>
              <a:gd name="csY48" fmla="*/ 2072847 h 6143447"/>
              <a:gd name="csX49" fmla="*/ 2997497 w 3794432"/>
              <a:gd name="csY49" fmla="*/ 1981466 h 6143447"/>
              <a:gd name="csX50" fmla="*/ 853729 w 3794432"/>
              <a:gd name="csY50" fmla="*/ 121857 h 6143447"/>
              <a:gd name="csX51" fmla="*/ 764584 w 3794432"/>
              <a:gd name="csY51" fmla="*/ 27271 h 6143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3794432" h="6143447">
                <a:moveTo>
                  <a:pt x="897500" y="4797822"/>
                </a:moveTo>
                <a:cubicBezTo>
                  <a:pt x="1015691" y="4789433"/>
                  <a:pt x="1137083" y="4826132"/>
                  <a:pt x="1233662" y="4909908"/>
                </a:cubicBezTo>
                <a:lnTo>
                  <a:pt x="2655693" y="6143447"/>
                </a:lnTo>
                <a:lnTo>
                  <a:pt x="1242570" y="6143447"/>
                </a:lnTo>
                <a:lnTo>
                  <a:pt x="626901" y="5609386"/>
                </a:lnTo>
                <a:cubicBezTo>
                  <a:pt x="433745" y="5441834"/>
                  <a:pt x="412990" y="5149423"/>
                  <a:pt x="580542" y="4956267"/>
                </a:cubicBezTo>
                <a:cubicBezTo>
                  <a:pt x="664318" y="4859689"/>
                  <a:pt x="779309" y="4806211"/>
                  <a:pt x="897500" y="4797822"/>
                </a:cubicBezTo>
                <a:close/>
                <a:moveTo>
                  <a:pt x="702659" y="3248743"/>
                </a:moveTo>
                <a:cubicBezTo>
                  <a:pt x="820850" y="3240354"/>
                  <a:pt x="942243" y="3277054"/>
                  <a:pt x="1038820" y="3360829"/>
                </a:cubicBezTo>
                <a:lnTo>
                  <a:pt x="3452542" y="5454609"/>
                </a:lnTo>
                <a:cubicBezTo>
                  <a:pt x="3645697" y="5622161"/>
                  <a:pt x="3666453" y="5914572"/>
                  <a:pt x="3498900" y="6107728"/>
                </a:cubicBezTo>
                <a:lnTo>
                  <a:pt x="3461000" y="6143447"/>
                </a:lnTo>
                <a:lnTo>
                  <a:pt x="2833517" y="6143447"/>
                </a:lnTo>
                <a:lnTo>
                  <a:pt x="432059" y="4060307"/>
                </a:lnTo>
                <a:cubicBezTo>
                  <a:pt x="238904" y="3892755"/>
                  <a:pt x="218148" y="3600343"/>
                  <a:pt x="385701" y="3407188"/>
                </a:cubicBezTo>
                <a:cubicBezTo>
                  <a:pt x="469477" y="3310611"/>
                  <a:pt x="584468" y="3257133"/>
                  <a:pt x="702659" y="3248743"/>
                </a:cubicBezTo>
                <a:close/>
                <a:moveTo>
                  <a:pt x="2357840" y="3248743"/>
                </a:moveTo>
                <a:cubicBezTo>
                  <a:pt x="2476031" y="3240353"/>
                  <a:pt x="2597422" y="3277053"/>
                  <a:pt x="2694000" y="3360830"/>
                </a:cubicBezTo>
                <a:lnTo>
                  <a:pt x="3794432" y="4315397"/>
                </a:lnTo>
                <a:lnTo>
                  <a:pt x="3794432" y="5541207"/>
                </a:lnTo>
                <a:lnTo>
                  <a:pt x="2087239" y="4060306"/>
                </a:lnTo>
                <a:cubicBezTo>
                  <a:pt x="1894085" y="3892754"/>
                  <a:pt x="1873328" y="3600342"/>
                  <a:pt x="2040881" y="3407187"/>
                </a:cubicBezTo>
                <a:cubicBezTo>
                  <a:pt x="2124657" y="3310609"/>
                  <a:pt x="2239648" y="3257131"/>
                  <a:pt x="2357840" y="3248743"/>
                </a:cubicBezTo>
                <a:close/>
                <a:moveTo>
                  <a:pt x="535936" y="1707683"/>
                </a:moveTo>
                <a:cubicBezTo>
                  <a:pt x="629880" y="1716467"/>
                  <a:pt x="722300" y="1752433"/>
                  <a:pt x="800716" y="1816808"/>
                </a:cubicBezTo>
                <a:cubicBezTo>
                  <a:pt x="1182072" y="2129878"/>
                  <a:pt x="1563429" y="2442950"/>
                  <a:pt x="1944785" y="2756021"/>
                </a:cubicBezTo>
                <a:cubicBezTo>
                  <a:pt x="2153895" y="2927688"/>
                  <a:pt x="2184248" y="3236368"/>
                  <a:pt x="2012582" y="3445477"/>
                </a:cubicBezTo>
                <a:lnTo>
                  <a:pt x="2012582" y="3445476"/>
                </a:lnTo>
                <a:cubicBezTo>
                  <a:pt x="1840916" y="3654587"/>
                  <a:pt x="1532235" y="3684940"/>
                  <a:pt x="1323125" y="3513274"/>
                </a:cubicBezTo>
                <a:lnTo>
                  <a:pt x="179055" y="2574062"/>
                </a:lnTo>
                <a:cubicBezTo>
                  <a:pt x="-30055" y="2402395"/>
                  <a:pt x="-60408" y="2093714"/>
                  <a:pt x="111259" y="1884604"/>
                </a:cubicBezTo>
                <a:cubicBezTo>
                  <a:pt x="218549" y="1753911"/>
                  <a:pt x="379363" y="1693043"/>
                  <a:pt x="535936" y="1707683"/>
                </a:cubicBezTo>
                <a:close/>
                <a:moveTo>
                  <a:pt x="897501" y="623264"/>
                </a:moveTo>
                <a:cubicBezTo>
                  <a:pt x="1015692" y="614875"/>
                  <a:pt x="1137084" y="651574"/>
                  <a:pt x="1233662" y="735351"/>
                </a:cubicBezTo>
                <a:lnTo>
                  <a:pt x="3647384" y="2829129"/>
                </a:lnTo>
                <a:cubicBezTo>
                  <a:pt x="3719817" y="2891962"/>
                  <a:pt x="3768007" y="2972352"/>
                  <a:pt x="3791114" y="3058482"/>
                </a:cubicBezTo>
                <a:lnTo>
                  <a:pt x="3794432" y="3078237"/>
                </a:lnTo>
                <a:lnTo>
                  <a:pt x="3794432" y="3276588"/>
                </a:lnTo>
                <a:lnTo>
                  <a:pt x="3784348" y="3322273"/>
                </a:lnTo>
                <a:cubicBezTo>
                  <a:pt x="3765749" y="3379467"/>
                  <a:pt x="3735630" y="3433960"/>
                  <a:pt x="3693742" y="3482249"/>
                </a:cubicBezTo>
                <a:cubicBezTo>
                  <a:pt x="3526191" y="3675404"/>
                  <a:pt x="3233779" y="3696160"/>
                  <a:pt x="3040623" y="3528607"/>
                </a:cubicBezTo>
                <a:lnTo>
                  <a:pt x="626902" y="1434828"/>
                </a:lnTo>
                <a:cubicBezTo>
                  <a:pt x="433746" y="1267276"/>
                  <a:pt x="412991" y="974865"/>
                  <a:pt x="580543" y="781709"/>
                </a:cubicBezTo>
                <a:cubicBezTo>
                  <a:pt x="664319" y="685132"/>
                  <a:pt x="779311" y="631654"/>
                  <a:pt x="897501" y="623264"/>
                </a:cubicBezTo>
                <a:close/>
                <a:moveTo>
                  <a:pt x="747666" y="0"/>
                </a:moveTo>
                <a:lnTo>
                  <a:pt x="2671749" y="0"/>
                </a:lnTo>
                <a:lnTo>
                  <a:pt x="3794432" y="973869"/>
                </a:lnTo>
                <a:lnTo>
                  <a:pt x="3794432" y="2014836"/>
                </a:lnTo>
                <a:lnTo>
                  <a:pt x="3700923" y="2072847"/>
                </a:lnTo>
                <a:cubicBezTo>
                  <a:pt x="3476428" y="2182988"/>
                  <a:pt x="3198274" y="2155628"/>
                  <a:pt x="2997497" y="1981466"/>
                </a:cubicBezTo>
                <a:lnTo>
                  <a:pt x="853729" y="121857"/>
                </a:lnTo>
                <a:cubicBezTo>
                  <a:pt x="820266" y="92830"/>
                  <a:pt x="790537" y="61099"/>
                  <a:pt x="764584" y="27271"/>
                </a:cubicBezTo>
                <a:close/>
              </a:path>
            </a:pathLst>
          </a:custGeom>
          <a:noFill/>
          <a:extLst>
            <a:ext uri="{909E8E84-426E-40DD-AFC4-6F175D3DCCD1}">
              <a14:hiddenFill xmlns:a14="http://schemas.microsoft.com/office/drawing/2010/main">
                <a:solidFill>
                  <a:srgbClr val="FFFFFF"/>
                </a:solidFill>
              </a14:hiddenFill>
            </a:ext>
          </a:extLst>
        </p:spPr>
      </p:pic>
      <p:sp>
        <p:nvSpPr>
          <p:cNvPr id="2064" name="TextBox 2063">
            <a:extLst>
              <a:ext uri="{FF2B5EF4-FFF2-40B4-BE49-F238E27FC236}">
                <a16:creationId xmlns:a16="http://schemas.microsoft.com/office/drawing/2014/main" id="{9B640C1A-9877-372C-F796-2F2BCC0F2005}"/>
              </a:ext>
            </a:extLst>
          </p:cNvPr>
          <p:cNvSpPr txBox="1"/>
          <p:nvPr/>
        </p:nvSpPr>
        <p:spPr>
          <a:xfrm>
            <a:off x="3532207" y="2921168"/>
            <a:ext cx="5127585" cy="1015663"/>
          </a:xfrm>
          <a:prstGeom prst="rect">
            <a:avLst/>
          </a:prstGeom>
          <a:noFill/>
        </p:spPr>
        <p:txBody>
          <a:bodyPr wrap="square" rtlCol="0">
            <a:spAutoFit/>
          </a:bodyPr>
          <a:lstStyle/>
          <a:p>
            <a:r>
              <a:rPr lang="ro-RO" sz="6000" dirty="0">
                <a:latin typeface="Times New Roman" panose="02020603050405020304" pitchFamily="18" charset="0"/>
                <a:cs typeface="Times New Roman" panose="02020603050405020304" pitchFamily="18" charset="0"/>
              </a:rPr>
              <a:t> Vă mulțumim!</a:t>
            </a:r>
            <a:endParaRPr lang="en-US"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4679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Monoline">
  <a:themeElements>
    <a:clrScheme name="Custom 167">
      <a:dk1>
        <a:srgbClr val="000000"/>
      </a:dk1>
      <a:lt1>
        <a:srgbClr val="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{237FFF1A-42CD-4503-9879-95E37F5F0EB2}TF1ed81438-95a7-4ae9-841d-43ea2c64f7fc8ae7ff09_win32-aa52a5bb69e3</Template>
  <TotalTime>397</TotalTime>
  <Words>1576</Words>
  <Application>Microsoft Office PowerPoint</Application>
  <PresentationFormat>Widescreen</PresentationFormat>
  <Paragraphs>118</Paragraphs>
  <Slides>14</Slides>
  <Notes>0</Notes>
  <HiddenSlides>0</HiddenSlides>
  <MMClips>0</MMClips>
  <ScaleCrop>false</ScaleCrop>
  <HeadingPairs>
    <vt:vector size="6" baseType="variant">
      <vt:variant>
        <vt:lpstr>Fonts Used</vt:lpstr>
      </vt:variant>
      <vt:variant>
        <vt:i4>5</vt:i4>
      </vt:variant>
      <vt:variant>
        <vt:lpstr>Theme</vt:lpstr>
      </vt:variant>
      <vt:variant>
        <vt:i4>19</vt:i4>
      </vt:variant>
      <vt:variant>
        <vt:lpstr>Slide Titles</vt:lpstr>
      </vt:variant>
      <vt:variant>
        <vt:i4>14</vt:i4>
      </vt:variant>
    </vt:vector>
  </HeadingPairs>
  <TitlesOfParts>
    <vt:vector size="38" baseType="lpstr">
      <vt:lpstr>Arial</vt:lpstr>
      <vt:lpstr>Symbol</vt:lpstr>
      <vt:lpstr>Tenorite</vt:lpstr>
      <vt:lpstr>Times New Roman</vt:lpstr>
      <vt:lpstr>Wingdings</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Monoline</vt:lpstr>
      <vt:lpstr>MITRE challenge recuperarea cheii private ECDSA</vt:lpstr>
      <vt:lpstr>Intro: ByE BYE RSA </vt:lpstr>
      <vt:lpstr>CE ESTE ECDSA </vt:lpstr>
      <vt:lpstr>PROPRIETĂȚILE UNEI SEMNĂTURI DIGITALE</vt:lpstr>
      <vt:lpstr>De ce / cum a apărut ecdsa</vt:lpstr>
      <vt:lpstr>DECI Cum funcționează ECDSA?</vt:lpstr>
      <vt:lpstr>APARE Întrebarea: ce s-ar întâmpla dacă k se reutilizează cum a fost în cazul ps3?</vt:lpstr>
      <vt:lpstr>PowerPoint Presentation</vt:lpstr>
      <vt:lpstr>K diferit, dar slab</vt:lpstr>
      <vt:lpstr>Cum funcționează LATTICE attack</vt:lpstr>
      <vt:lpstr>Alte tehnici de a descoperi cheile private de la semnăturile digitale</vt:lpstr>
      <vt:lpstr>TWO-YEAR ACTION PLAN</vt:lpstr>
      <vt:lpstr>Totuși, există o problemĂ</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Andrei-Florian PREDESCU (150108)</dc:creator>
  <dc:description/>
  <cp:lastModifiedBy>Andrei-Florian PREDESCU (150108)</cp:lastModifiedBy>
  <cp:revision>88</cp:revision>
  <dcterms:created xsi:type="dcterms:W3CDTF">2026-04-21T08:31:16Z</dcterms:created>
  <dcterms:modified xsi:type="dcterms:W3CDTF">2026-04-23T20:11:16Z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PresentationFormat">
    <vt:lpwstr>Widescreen</vt:lpwstr>
  </property>
  <property fmtid="{D5CDD505-2E9C-101B-9397-08002B2CF9AE}" pid="4" name="Slides">
    <vt:i4>15</vt:i4>
  </property>
</Properties>
</file>